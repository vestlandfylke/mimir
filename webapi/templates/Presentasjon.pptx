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17" r:id="rId1"/>
    <p:sldMasterId id="2147483941" r:id="rId2"/>
    <p:sldMasterId id="2147483743" r:id="rId3"/>
    <p:sldMasterId id="2147483902" r:id="rId4"/>
    <p:sldMasterId id="2147483864" r:id="rId5"/>
    <p:sldMasterId id="2147483857" r:id="rId6"/>
  </p:sldMasterIdLst>
  <p:notesMasterIdLst>
    <p:notesMasterId r:id="rId8"/>
  </p:notesMasterIdLst>
  <p:handoutMasterIdLst>
    <p:handoutMasterId r:id="rId9"/>
  </p:handoutMasterIdLst>
  <p:sldIdLst>
    <p:sldId id="25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sjon" id="{34945782-2355-489C-BC39-AC4FD4955D29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B5C4"/>
    <a:srgbClr val="FF5C39"/>
    <a:srgbClr val="3CDBC0"/>
    <a:srgbClr val="00C7B1"/>
    <a:srgbClr val="FF9E1B"/>
    <a:srgbClr val="8EDDED"/>
    <a:srgbClr val="91D1DB"/>
    <a:srgbClr val="ADD7EA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1429" autoAdjust="0"/>
  </p:normalViewPr>
  <p:slideViewPr>
    <p:cSldViewPr snapToGrid="0" snapToObjects="1">
      <p:cViewPr varScale="1">
        <p:scale>
          <a:sx n="116" d="100"/>
          <a:sy n="116" d="100"/>
        </p:scale>
        <p:origin x="27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66" d="100"/>
          <a:sy n="166" d="100"/>
        </p:scale>
        <p:origin x="2288" y="19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sz="1100" dirty="0">
              <a:latin typeface="Roboto"/>
              <a:cs typeface="Roboto"/>
            </a:endParaRPr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36AA6-9E5A-3B40-832E-96425D29D5C1}" type="datetimeFigureOut">
              <a:rPr lang="nb-NO" sz="1100" smtClean="0">
                <a:latin typeface="Roboto"/>
                <a:cs typeface="Roboto"/>
              </a:rPr>
              <a:t>17.02.2026</a:t>
            </a:fld>
            <a:endParaRPr lang="nb-NO" sz="1100">
              <a:latin typeface="Roboto"/>
              <a:cs typeface="Roboto"/>
            </a:endParaRPr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sz="1100" dirty="0">
              <a:latin typeface="Roboto"/>
              <a:cs typeface="Roboto"/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C903E-0958-774A-8B2D-3E32A0C102E6}" type="slidenum">
              <a:rPr lang="nb-NO" sz="1100" smtClean="0">
                <a:latin typeface="Roboto"/>
                <a:cs typeface="Roboto"/>
              </a:rPr>
              <a:t>‹#›</a:t>
            </a:fld>
            <a:endParaRPr lang="nb-NO" sz="11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3060448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00">
                <a:latin typeface="Roboto"/>
                <a:cs typeface="Roboto"/>
              </a:defRPr>
            </a:lvl1pPr>
          </a:lstStyle>
          <a:p>
            <a:endParaRPr lang="nb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b-N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latin typeface="Roboto"/>
                <a:cs typeface="Roboto"/>
              </a:defRPr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>
                <a:latin typeface="Roboto"/>
                <a:cs typeface="Roboto"/>
              </a:defRPr>
            </a:lvl1pPr>
          </a:lstStyle>
          <a:p>
            <a:fld id="{AF0F0302-BE9E-8A47-8FBA-EF4A5D6A0C17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21326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100" kern="1200">
        <a:solidFill>
          <a:schemeClr val="tx1"/>
        </a:solidFill>
        <a:latin typeface="Roboto"/>
        <a:ea typeface="+mn-ea"/>
        <a:cs typeface="Roboto"/>
      </a:defRPr>
    </a:lvl1pPr>
    <a:lvl2pPr marL="457200" algn="l" defTabSz="914400" rtl="0" eaLnBrk="1" latinLnBrk="0" hangingPunct="1">
      <a:defRPr sz="1100" kern="1200">
        <a:solidFill>
          <a:schemeClr val="tx1"/>
        </a:solidFill>
        <a:latin typeface="Roboto"/>
        <a:ea typeface="+mn-ea"/>
        <a:cs typeface="Roboto"/>
      </a:defRPr>
    </a:lvl2pPr>
    <a:lvl3pPr marL="914400" algn="l" defTabSz="914400" rtl="0" eaLnBrk="1" latinLnBrk="0" hangingPunct="1">
      <a:defRPr sz="1100" kern="1200">
        <a:solidFill>
          <a:schemeClr val="tx1"/>
        </a:solidFill>
        <a:latin typeface="Roboto"/>
        <a:ea typeface="+mn-ea"/>
        <a:cs typeface="Roboto"/>
      </a:defRPr>
    </a:lvl3pPr>
    <a:lvl4pPr marL="1371600" algn="l" defTabSz="914400" rtl="0" eaLnBrk="1" latinLnBrk="0" hangingPunct="1">
      <a:defRPr sz="1100" kern="1200">
        <a:solidFill>
          <a:schemeClr val="tx1"/>
        </a:solidFill>
        <a:latin typeface="Roboto"/>
        <a:ea typeface="+mn-ea"/>
        <a:cs typeface="Roboto"/>
      </a:defRPr>
    </a:lvl4pPr>
    <a:lvl5pPr marL="1828800" algn="l" defTabSz="914400" rtl="0" eaLnBrk="1" latinLnBrk="0" hangingPunct="1">
      <a:defRPr sz="1100" kern="1200">
        <a:solidFill>
          <a:schemeClr val="tx1"/>
        </a:solidFill>
        <a:latin typeface="Roboto"/>
        <a:ea typeface="+mn-ea"/>
        <a:cs typeface="Roboto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F0302-BE9E-8A47-8FBA-EF4A5D6A0C17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10220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t bilete til venstre. Tittel, undertittel og punktlis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500562" cy="6857999"/>
          </a:xfrm>
          <a:prstGeom prst="rect">
            <a:avLst/>
          </a:prstGeom>
        </p:spPr>
        <p:txBody>
          <a:bodyPr tIns="2160000" anchor="t" anchorCtr="0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EAE5B8DA-6811-1C4B-AAA3-70C7520486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2547" y="727549"/>
            <a:ext cx="5963910" cy="563231"/>
          </a:xfrm>
          <a:prstGeom prst="rect">
            <a:avLst/>
          </a:prstGeom>
        </p:spPr>
        <p:txBody>
          <a:bodyPr wrap="square" rIns="0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pic>
        <p:nvPicPr>
          <p:cNvPr id="7" name="Bilde 6" descr="Logo for Vestland fylkeskommune">
            <a:extLst>
              <a:ext uri="{FF2B5EF4-FFF2-40B4-BE49-F238E27FC236}">
                <a16:creationId xmlns:a16="http://schemas.microsoft.com/office/drawing/2014/main" id="{B1887339-971C-7946-A2A9-413F10198D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  <p:sp>
        <p:nvSpPr>
          <p:cNvPr id="6" name="Plassholder for tekst 5"/>
          <p:cNvSpPr>
            <a:spLocks noGrp="1"/>
          </p:cNvSpPr>
          <p:nvPr>
            <p:ph type="body" sz="quarter" idx="18" hasCustomPrompt="1"/>
          </p:nvPr>
        </p:nvSpPr>
        <p:spPr>
          <a:xfrm>
            <a:off x="5422545" y="1266966"/>
            <a:ext cx="5963911" cy="41056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Undertittel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C57C2F2-444D-A320-0C2B-CD795CE0EA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22900" y="2073274"/>
            <a:ext cx="5963556" cy="371185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1860428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bilete til venstre, Tittel, undertittel og punk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500562" cy="3428999"/>
          </a:xfrm>
          <a:prstGeom prst="rect">
            <a:avLst/>
          </a:prstGeom>
        </p:spPr>
        <p:txBody>
          <a:bodyPr tIns="540000" anchor="t" anchorCtr="0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7" name="Plassholder for bilde 12">
            <a:extLst>
              <a:ext uri="{FF2B5EF4-FFF2-40B4-BE49-F238E27FC236}">
                <a16:creationId xmlns:a16="http://schemas.microsoft.com/office/drawing/2014/main" id="{CD1BD95F-B24B-6342-913C-6ED533D46A1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429001"/>
            <a:ext cx="4500562" cy="3428999"/>
          </a:xfrm>
          <a:prstGeom prst="rect">
            <a:avLst/>
          </a:prstGeom>
        </p:spPr>
        <p:txBody>
          <a:bodyPr tIns="540000" anchor="t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4" name="Plassholder for tekst 8">
            <a:extLst>
              <a:ext uri="{FF2B5EF4-FFF2-40B4-BE49-F238E27FC236}">
                <a16:creationId xmlns:a16="http://schemas.microsoft.com/office/drawing/2014/main" id="{BBAC5024-7716-A34B-A73F-22267550FB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11788" y="727549"/>
            <a:ext cx="5996441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pic>
        <p:nvPicPr>
          <p:cNvPr id="8" name="Bilde 6" descr="Logo for Vestland fylkeskommune">
            <a:extLst>
              <a:ext uri="{FF2B5EF4-FFF2-40B4-BE49-F238E27FC236}">
                <a16:creationId xmlns:a16="http://schemas.microsoft.com/office/drawing/2014/main" id="{E3BA83EA-E86A-484D-AEC2-45E24F2464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  <p:sp>
        <p:nvSpPr>
          <p:cNvPr id="9" name="Plassholder for tekst 5"/>
          <p:cNvSpPr>
            <a:spLocks noGrp="1"/>
          </p:cNvSpPr>
          <p:nvPr>
            <p:ph type="body" sz="quarter" idx="19" hasCustomPrompt="1"/>
          </p:nvPr>
        </p:nvSpPr>
        <p:spPr>
          <a:xfrm>
            <a:off x="5411788" y="1274688"/>
            <a:ext cx="5996441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Undertittel</a:t>
            </a:r>
          </a:p>
        </p:txBody>
      </p:sp>
      <p:sp>
        <p:nvSpPr>
          <p:cNvPr id="2" name="Plassholder for tekst 2">
            <a:extLst>
              <a:ext uri="{FF2B5EF4-FFF2-40B4-BE49-F238E27FC236}">
                <a16:creationId xmlns:a16="http://schemas.microsoft.com/office/drawing/2014/main" id="{B80EE987-06CA-83CA-8ADC-26039EFF969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11788" y="2073167"/>
            <a:ext cx="5963556" cy="351014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  <a:endParaRPr lang="nn-NO" noProof="0" dirty="0"/>
          </a:p>
        </p:txBody>
      </p:sp>
    </p:spTree>
    <p:extLst>
      <p:ext uri="{BB962C8B-B14F-4D97-AF65-F5344CB8AC3E}">
        <p14:creationId xmlns:p14="http://schemas.microsoft.com/office/powerpoint/2010/main" val="4004298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ete halve sida til venstre. Tittel, undertittel og punktlis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311900" cy="6857999"/>
          </a:xfrm>
          <a:prstGeom prst="rect">
            <a:avLst/>
          </a:prstGeom>
        </p:spPr>
        <p:txBody>
          <a:bodyPr tIns="2160000" anchor="t" anchorCtr="0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0" name="Plassholder for tekst 8">
            <a:extLst>
              <a:ext uri="{FF2B5EF4-FFF2-40B4-BE49-F238E27FC236}">
                <a16:creationId xmlns:a16="http://schemas.microsoft.com/office/drawing/2014/main" id="{BEC4CE19-3638-434F-B816-87A541484E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30269" y="727549"/>
            <a:ext cx="4145302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pic>
        <p:nvPicPr>
          <p:cNvPr id="8" name="Bilde 6" descr="Logo for Vestland fylkeskommune">
            <a:extLst>
              <a:ext uri="{FF2B5EF4-FFF2-40B4-BE49-F238E27FC236}">
                <a16:creationId xmlns:a16="http://schemas.microsoft.com/office/drawing/2014/main" id="{4EAA71E3-B715-8A4D-8D92-CC68790F77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  <p:sp>
        <p:nvSpPr>
          <p:cNvPr id="7" name="Plassholder for tekst 5"/>
          <p:cNvSpPr>
            <a:spLocks noGrp="1"/>
          </p:cNvSpPr>
          <p:nvPr>
            <p:ph type="body" sz="quarter" idx="18" hasCustomPrompt="1"/>
          </p:nvPr>
        </p:nvSpPr>
        <p:spPr>
          <a:xfrm>
            <a:off x="7230270" y="1274688"/>
            <a:ext cx="4145302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Undertittel</a:t>
            </a:r>
          </a:p>
        </p:txBody>
      </p:sp>
      <p:sp>
        <p:nvSpPr>
          <p:cNvPr id="2" name="Plassholder for tekst 2">
            <a:extLst>
              <a:ext uri="{FF2B5EF4-FFF2-40B4-BE49-F238E27FC236}">
                <a16:creationId xmlns:a16="http://schemas.microsoft.com/office/drawing/2014/main" id="{C9202D81-76BB-A989-8E0A-10E752B75A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30267" y="2199034"/>
            <a:ext cx="4145303" cy="338427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189545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ete til venstre. Tekst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aldar for bilete 5">
            <a:extLst>
              <a:ext uri="{FF2B5EF4-FFF2-40B4-BE49-F238E27FC236}">
                <a16:creationId xmlns:a16="http://schemas.microsoft.com/office/drawing/2014/main" id="{359CE3AF-C07E-2B96-A7EF-A5485B5331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887913" cy="6858000"/>
          </a:xfrm>
          <a:noFill/>
        </p:spPr>
        <p:txBody>
          <a:bodyPr/>
          <a:lstStyle/>
          <a:p>
            <a:r>
              <a:rPr lang="nb-NO"/>
              <a:t>Klikk på ikonet for å legge til et bilde</a:t>
            </a:r>
            <a:endParaRPr lang="nn-NO" dirty="0"/>
          </a:p>
        </p:txBody>
      </p:sp>
      <p:sp>
        <p:nvSpPr>
          <p:cNvPr id="4" name="Plasshaldar for tekst 3">
            <a:extLst>
              <a:ext uri="{FF2B5EF4-FFF2-40B4-BE49-F238E27FC236}">
                <a16:creationId xmlns:a16="http://schemas.microsoft.com/office/drawing/2014/main" id="{05D0A25E-C2F9-5860-BB3C-C6DBC68251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6968" y="2834919"/>
            <a:ext cx="5508594" cy="590931"/>
          </a:xfrm>
        </p:spPr>
        <p:txBody>
          <a:bodyPr anchor="ctr" anchorCtr="0">
            <a:spAutoFit/>
          </a:bodyPr>
          <a:lstStyle>
            <a:lvl1pPr marL="0" indent="0">
              <a:buNone/>
              <a:defRPr sz="36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2" name="Bilde 6" descr="Logo for Vestland fylkeskommune">
            <a:extLst>
              <a:ext uri="{FF2B5EF4-FFF2-40B4-BE49-F238E27FC236}">
                <a16:creationId xmlns:a16="http://schemas.microsoft.com/office/drawing/2014/main" id="{8B5BE93D-E2E9-D83A-E497-CB6BF60BFD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51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bilete til venstre. Tekst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aldar for bilete 3">
            <a:extLst>
              <a:ext uri="{FF2B5EF4-FFF2-40B4-BE49-F238E27FC236}">
                <a16:creationId xmlns:a16="http://schemas.microsoft.com/office/drawing/2014/main" id="{7379AA69-1990-7CAE-F21E-A333870255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3175"/>
            <a:ext cx="6889750" cy="6861175"/>
          </a:xfrm>
        </p:spPr>
        <p:txBody>
          <a:bodyPr/>
          <a:lstStyle/>
          <a:p>
            <a:r>
              <a:rPr lang="nb-NO"/>
              <a:t>Klikk på ikonet for å legge til et bilde</a:t>
            </a:r>
            <a:endParaRPr lang="nn-NO"/>
          </a:p>
        </p:txBody>
      </p:sp>
      <p:sp>
        <p:nvSpPr>
          <p:cNvPr id="2" name="Plasshaldar for tekst 3">
            <a:extLst>
              <a:ext uri="{FF2B5EF4-FFF2-40B4-BE49-F238E27FC236}">
                <a16:creationId xmlns:a16="http://schemas.microsoft.com/office/drawing/2014/main" id="{648FD8B1-203D-4746-093F-38F32CA109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1328" y="2448683"/>
            <a:ext cx="3684234" cy="978729"/>
          </a:xfrm>
        </p:spPr>
        <p:txBody>
          <a:bodyPr anchor="ctr" anchorCtr="0">
            <a:sp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3" name="Bilde 6" descr="Logo for Vestland fylkeskommune">
            <a:extLst>
              <a:ext uri="{FF2B5EF4-FFF2-40B4-BE49-F238E27FC236}">
                <a16:creationId xmlns:a16="http://schemas.microsoft.com/office/drawing/2014/main" id="{3ADB60DC-5603-C0EB-133E-7405614F85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1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liggande bilete til venstre. Tekst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aldar for bilete 2">
            <a:extLst>
              <a:ext uri="{FF2B5EF4-FFF2-40B4-BE49-F238E27FC236}">
                <a16:creationId xmlns:a16="http://schemas.microsoft.com/office/drawing/2014/main" id="{5FF5003D-84ED-0D03-10F4-D8A9D4A0776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2250" y="679450"/>
            <a:ext cx="8255000" cy="5499100"/>
          </a:xfrm>
        </p:spPr>
        <p:txBody>
          <a:bodyPr/>
          <a:lstStyle/>
          <a:p>
            <a:r>
              <a:rPr lang="nb-NO"/>
              <a:t>Klikk på ikonet for å legge til et bilde</a:t>
            </a:r>
            <a:endParaRPr lang="nn-NO"/>
          </a:p>
        </p:txBody>
      </p:sp>
      <p:sp>
        <p:nvSpPr>
          <p:cNvPr id="4" name="Plasshaldar for tekst 3">
            <a:extLst>
              <a:ext uri="{FF2B5EF4-FFF2-40B4-BE49-F238E27FC236}">
                <a16:creationId xmlns:a16="http://schemas.microsoft.com/office/drawing/2014/main" id="{712EBC04-B7EB-B7A5-D192-AE95DF25D9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50784" y="2561070"/>
            <a:ext cx="2374777" cy="867930"/>
          </a:xfrm>
        </p:spPr>
        <p:txBody>
          <a:bodyPr anchor="ctr" anchorCtr="0">
            <a:spAutoFit/>
          </a:bodyPr>
          <a:lstStyle>
            <a:lvl1pPr marL="0" indent="0">
              <a:buNone/>
              <a:defRPr sz="28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2" name="Bilde 6" descr="Logo for Vestland fylkeskommune">
            <a:extLst>
              <a:ext uri="{FF2B5EF4-FFF2-40B4-BE49-F238E27FC236}">
                <a16:creationId xmlns:a16="http://schemas.microsoft.com/office/drawing/2014/main" id="{102052E5-C8CD-A7F3-3A9E-D23218E04E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7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e til venstre. Tekst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8B7BF6-D84E-A440-BDFA-A8EB4D781B0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symbolet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ønska</a:t>
            </a:r>
            <a:r>
              <a:rPr lang="en-GB" dirty="0"/>
              <a:t> media.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dømes</a:t>
            </a:r>
            <a:r>
              <a:rPr lang="en-GB" dirty="0"/>
              <a:t> </a:t>
            </a:r>
            <a:r>
              <a:rPr lang="en-GB" dirty="0" err="1"/>
              <a:t>så</a:t>
            </a:r>
            <a:r>
              <a:rPr lang="en-GB" dirty="0"/>
              <a:t> </a:t>
            </a:r>
            <a:r>
              <a:rPr lang="en-GB" dirty="0" err="1"/>
              <a:t>trykker</a:t>
            </a:r>
            <a:r>
              <a:rPr lang="en-GB" dirty="0"/>
              <a:t> du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filmikonet</a:t>
            </a:r>
            <a:r>
              <a:rPr lang="en-GB" dirty="0"/>
              <a:t> om du </a:t>
            </a:r>
            <a:r>
              <a:rPr lang="en-GB" dirty="0" err="1"/>
              <a:t>ynskjer</a:t>
            </a:r>
            <a:r>
              <a:rPr lang="en-GB" dirty="0"/>
              <a:t> film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sida</a:t>
            </a:r>
            <a:r>
              <a:rPr lang="en-GB" dirty="0"/>
              <a:t> </a:t>
            </a:r>
            <a:r>
              <a:rPr lang="en-GB" dirty="0" err="1"/>
              <a:t>eller</a:t>
            </a:r>
            <a:r>
              <a:rPr lang="en-GB" dirty="0"/>
              <a:t> </a:t>
            </a:r>
            <a:r>
              <a:rPr lang="en-GB" dirty="0" err="1"/>
              <a:t>ikonet</a:t>
            </a:r>
            <a:r>
              <a:rPr lang="en-GB" dirty="0"/>
              <a:t> for </a:t>
            </a:r>
            <a:r>
              <a:rPr lang="en-GB" dirty="0" err="1"/>
              <a:t>bilete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sette</a:t>
            </a:r>
            <a:r>
              <a:rPr lang="en-GB" dirty="0"/>
              <a:t> inn </a:t>
            </a:r>
            <a:r>
              <a:rPr lang="en-GB" dirty="0" err="1"/>
              <a:t>bilete</a:t>
            </a:r>
            <a:r>
              <a:rPr lang="en-GB" dirty="0"/>
              <a:t>.</a:t>
            </a:r>
            <a:endParaRPr lang="nn-NO" dirty="0"/>
          </a:p>
        </p:txBody>
      </p:sp>
      <p:sp>
        <p:nvSpPr>
          <p:cNvPr id="2" name="Plasshaldar for tekst 3">
            <a:extLst>
              <a:ext uri="{FF2B5EF4-FFF2-40B4-BE49-F238E27FC236}">
                <a16:creationId xmlns:a16="http://schemas.microsoft.com/office/drawing/2014/main" id="{6916D23F-5A50-0355-3A24-B4CB05BC76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7999" y="2838069"/>
            <a:ext cx="4567563" cy="590931"/>
          </a:xfrm>
        </p:spPr>
        <p:txBody>
          <a:bodyPr anchor="ctr" anchorCtr="0">
            <a:spAutoFit/>
          </a:bodyPr>
          <a:lstStyle>
            <a:lvl1pPr marL="0" indent="0">
              <a:buNone/>
              <a:defRPr sz="36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3" name="Bilde 6" descr="Logo for Vestland fylkeskommune">
            <a:extLst>
              <a:ext uri="{FF2B5EF4-FFF2-40B4-BE49-F238E27FC236}">
                <a16:creationId xmlns:a16="http://schemas.microsoft.com/office/drawing/2014/main" id="{598BFEC1-299E-3F9C-C518-A583C5BA0F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3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, undertittel og punktliste. Smalt bilete til høg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91438" y="0"/>
            <a:ext cx="4500562" cy="6857999"/>
          </a:xfrm>
          <a:prstGeom prst="rect">
            <a:avLst/>
          </a:prstGeom>
        </p:spPr>
        <p:txBody>
          <a:bodyPr tIns="2160000" anchor="t" anchorCtr="0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5" name="Plassholder for tekst 8">
            <a:extLst>
              <a:ext uri="{FF2B5EF4-FFF2-40B4-BE49-F238E27FC236}">
                <a16:creationId xmlns:a16="http://schemas.microsoft.com/office/drawing/2014/main" id="{9576D748-28C7-534E-AD9A-86DC85D4BF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226" y="727549"/>
            <a:ext cx="6300787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pic>
        <p:nvPicPr>
          <p:cNvPr id="7" name="Bilde 6" descr="Logo for Vestland fylkeskommune">
            <a:extLst>
              <a:ext uri="{FF2B5EF4-FFF2-40B4-BE49-F238E27FC236}">
                <a16:creationId xmlns:a16="http://schemas.microsoft.com/office/drawing/2014/main" id="{459E6E7D-150F-AD41-ABB8-F10900F645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5858" y="5785128"/>
            <a:ext cx="2000857" cy="882010"/>
          </a:xfrm>
          <a:prstGeom prst="rect">
            <a:avLst/>
          </a:prstGeom>
        </p:spPr>
      </p:pic>
      <p:sp>
        <p:nvSpPr>
          <p:cNvPr id="8" name="Plassholder for tekst 5"/>
          <p:cNvSpPr>
            <a:spLocks noGrp="1"/>
          </p:cNvSpPr>
          <p:nvPr>
            <p:ph type="body" sz="quarter" idx="18" hasCustomPrompt="1"/>
          </p:nvPr>
        </p:nvSpPr>
        <p:spPr>
          <a:xfrm>
            <a:off x="911225" y="1274688"/>
            <a:ext cx="6300788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Undertittel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350550C-5663-80FA-BD52-EB3D728201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225" y="2139794"/>
            <a:ext cx="6300788" cy="344351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349343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, undertittel og punktliste. Bilete halve sida til høg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9" y="0"/>
            <a:ext cx="6096001" cy="6857999"/>
          </a:xfrm>
          <a:prstGeom prst="rect">
            <a:avLst/>
          </a:prstGeom>
        </p:spPr>
        <p:txBody>
          <a:bodyPr tIns="2160000" anchor="t" anchorCtr="0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3" name="Plassholder for tekst 8">
            <a:extLst>
              <a:ext uri="{FF2B5EF4-FFF2-40B4-BE49-F238E27FC236}">
                <a16:creationId xmlns:a16="http://schemas.microsoft.com/office/drawing/2014/main" id="{93B5F2BA-5185-084E-81AC-EDEAB814A3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226" y="727549"/>
            <a:ext cx="4500562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pic>
        <p:nvPicPr>
          <p:cNvPr id="7" name="Bilde 6" descr="Logo for Vestland fylkeskommune">
            <a:extLst>
              <a:ext uri="{FF2B5EF4-FFF2-40B4-BE49-F238E27FC236}">
                <a16:creationId xmlns:a16="http://schemas.microsoft.com/office/drawing/2014/main" id="{EFE92C00-9341-3144-AF9C-192D531D12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1863" y="5785128"/>
            <a:ext cx="2000857" cy="882010"/>
          </a:xfrm>
          <a:prstGeom prst="rect">
            <a:avLst/>
          </a:prstGeom>
        </p:spPr>
      </p:pic>
      <p:sp>
        <p:nvSpPr>
          <p:cNvPr id="9" name="Plassholder for tekst 5"/>
          <p:cNvSpPr>
            <a:spLocks noGrp="1"/>
          </p:cNvSpPr>
          <p:nvPr>
            <p:ph type="body" sz="quarter" idx="18" hasCustomPrompt="1"/>
          </p:nvPr>
        </p:nvSpPr>
        <p:spPr>
          <a:xfrm>
            <a:off x="911226" y="1274688"/>
            <a:ext cx="4511322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Undertittel</a:t>
            </a:r>
          </a:p>
        </p:txBody>
      </p:sp>
      <p:sp>
        <p:nvSpPr>
          <p:cNvPr id="2" name="Plassholder for tekst 2">
            <a:extLst>
              <a:ext uri="{FF2B5EF4-FFF2-40B4-BE49-F238E27FC236}">
                <a16:creationId xmlns:a16="http://schemas.microsoft.com/office/drawing/2014/main" id="{707FCACD-9F4A-CE37-FF3F-49F079576D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225" y="2139794"/>
            <a:ext cx="4511322" cy="344351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1087760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, undertittel og punkt. To bilete til høg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91438" y="0"/>
            <a:ext cx="4500562" cy="3428999"/>
          </a:xfrm>
          <a:prstGeom prst="rect">
            <a:avLst/>
          </a:prstGeom>
        </p:spPr>
        <p:txBody>
          <a:bodyPr tIns="540000" anchor="t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7" name="Plassholder for bilde 12">
            <a:extLst>
              <a:ext uri="{FF2B5EF4-FFF2-40B4-BE49-F238E27FC236}">
                <a16:creationId xmlns:a16="http://schemas.microsoft.com/office/drawing/2014/main" id="{CD1BD95F-B24B-6342-913C-6ED533D46A1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91438" y="3429001"/>
            <a:ext cx="4500562" cy="3428999"/>
          </a:xfrm>
          <a:prstGeom prst="rect">
            <a:avLst/>
          </a:prstGeom>
        </p:spPr>
        <p:txBody>
          <a:bodyPr tIns="540000" anchor="t" anchorCtr="0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1" name="Plassholder for tekst 8">
            <a:extLst>
              <a:ext uri="{FF2B5EF4-FFF2-40B4-BE49-F238E27FC236}">
                <a16:creationId xmlns:a16="http://schemas.microsoft.com/office/drawing/2014/main" id="{68F0CA92-F4DD-5D47-A4DA-A4733A7623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226" y="727549"/>
            <a:ext cx="6300787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pic>
        <p:nvPicPr>
          <p:cNvPr id="8" name="Bilde 6" descr="Logo for Vestland fylkeskommune">
            <a:extLst>
              <a:ext uri="{FF2B5EF4-FFF2-40B4-BE49-F238E27FC236}">
                <a16:creationId xmlns:a16="http://schemas.microsoft.com/office/drawing/2014/main" id="{C8FFAFDE-F29B-C848-A8CD-76F6269049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1118" y="5785128"/>
            <a:ext cx="2000857" cy="882010"/>
          </a:xfrm>
          <a:prstGeom prst="rect">
            <a:avLst/>
          </a:prstGeom>
        </p:spPr>
      </p:pic>
      <p:sp>
        <p:nvSpPr>
          <p:cNvPr id="9" name="Plassholder for tekst 5"/>
          <p:cNvSpPr>
            <a:spLocks noGrp="1"/>
          </p:cNvSpPr>
          <p:nvPr>
            <p:ph type="body" sz="quarter" idx="19" hasCustomPrompt="1"/>
          </p:nvPr>
        </p:nvSpPr>
        <p:spPr>
          <a:xfrm>
            <a:off x="911225" y="1274688"/>
            <a:ext cx="6300788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Undertittel</a:t>
            </a:r>
          </a:p>
        </p:txBody>
      </p:sp>
      <p:sp>
        <p:nvSpPr>
          <p:cNvPr id="2" name="Plassholder for tekst 2">
            <a:extLst>
              <a:ext uri="{FF2B5EF4-FFF2-40B4-BE49-F238E27FC236}">
                <a16:creationId xmlns:a16="http://schemas.microsoft.com/office/drawing/2014/main" id="{DD31C71B-0A7D-124C-2939-149189F017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1225" y="2139794"/>
            <a:ext cx="6300788" cy="344351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387120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til venstre. Høgdebilete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aldar for bilete 2">
            <a:extLst>
              <a:ext uri="{FF2B5EF4-FFF2-40B4-BE49-F238E27FC236}">
                <a16:creationId xmlns:a16="http://schemas.microsoft.com/office/drawing/2014/main" id="{334C264E-7B88-347F-25F2-3690E3E265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04690" y="0"/>
            <a:ext cx="4887310" cy="6857999"/>
          </a:xfrm>
        </p:spPr>
        <p:txBody>
          <a:bodyPr/>
          <a:lstStyle/>
          <a:p>
            <a:r>
              <a:rPr lang="nb-NO"/>
              <a:t>Klikk på ikonet for å legge til et bilde</a:t>
            </a:r>
            <a:endParaRPr lang="nn-NO"/>
          </a:p>
        </p:txBody>
      </p:sp>
      <p:sp>
        <p:nvSpPr>
          <p:cNvPr id="11" name="Plasshaldar for tekst 10">
            <a:extLst>
              <a:ext uri="{FF2B5EF4-FFF2-40B4-BE49-F238E27FC236}">
                <a16:creationId xmlns:a16="http://schemas.microsoft.com/office/drawing/2014/main" id="{7F2FAEB9-907A-25D7-6060-4A13F0EAE4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7318" y="2842610"/>
            <a:ext cx="5419757" cy="590931"/>
          </a:xfrm>
        </p:spPr>
        <p:txBody>
          <a:bodyPr anchor="ctr" anchorCtr="0">
            <a:spAutoFit/>
          </a:bodyPr>
          <a:lstStyle>
            <a:lvl1pPr marL="0" indent="0">
              <a:buNone/>
              <a:defRPr sz="36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2" name="Bilde 6" descr="Logo for Vestland fylkeskommune">
            <a:extLst>
              <a:ext uri="{FF2B5EF4-FFF2-40B4-BE49-F238E27FC236}">
                <a16:creationId xmlns:a16="http://schemas.microsoft.com/office/drawing/2014/main" id="{3BB05708-AF52-69DD-165C-846AF00807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1118" y="5785128"/>
            <a:ext cx="2000857" cy="8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10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til venstre. Kvadratisk bilete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aldar for bilete 3">
            <a:extLst>
              <a:ext uri="{FF2B5EF4-FFF2-40B4-BE49-F238E27FC236}">
                <a16:creationId xmlns:a16="http://schemas.microsoft.com/office/drawing/2014/main" id="{B519E2D5-0C9B-417B-7FD3-759D897D9C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02250" y="0"/>
            <a:ext cx="6889750" cy="6858000"/>
          </a:xfrm>
        </p:spPr>
        <p:txBody>
          <a:bodyPr/>
          <a:lstStyle/>
          <a:p>
            <a:r>
              <a:rPr lang="nb-NO"/>
              <a:t>Klikk på ikonet for å legge til et bilde</a:t>
            </a:r>
            <a:endParaRPr lang="nn-NO"/>
          </a:p>
        </p:txBody>
      </p:sp>
      <p:sp>
        <p:nvSpPr>
          <p:cNvPr id="2" name="Plasshaldar for tekst 10">
            <a:extLst>
              <a:ext uri="{FF2B5EF4-FFF2-40B4-BE49-F238E27FC236}">
                <a16:creationId xmlns:a16="http://schemas.microsoft.com/office/drawing/2014/main" id="{107A10ED-22B8-2BB9-567A-63C0B74B76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8849" y="2450271"/>
            <a:ext cx="3675295" cy="978729"/>
          </a:xfrm>
        </p:spPr>
        <p:txBody>
          <a:bodyPr anchor="ctr" anchorCtr="0">
            <a:sp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3" name="Bilde 6" descr="Logo for Vestland fylkeskommune">
            <a:extLst>
              <a:ext uri="{FF2B5EF4-FFF2-40B4-BE49-F238E27FC236}">
                <a16:creationId xmlns:a16="http://schemas.microsoft.com/office/drawing/2014/main" id="{AE4A4853-8A4D-6F15-52B5-2F018C7BE7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1118" y="5785128"/>
            <a:ext cx="2000857" cy="8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00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til venstre. Stort liggande bilete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aldar for bilete 3">
            <a:extLst>
              <a:ext uri="{FF2B5EF4-FFF2-40B4-BE49-F238E27FC236}">
                <a16:creationId xmlns:a16="http://schemas.microsoft.com/office/drawing/2014/main" id="{0D87DA53-6CB4-86CB-6602-C5544F5430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92513" y="679450"/>
            <a:ext cx="8255000" cy="5499100"/>
          </a:xfrm>
        </p:spPr>
        <p:txBody>
          <a:bodyPr/>
          <a:lstStyle/>
          <a:p>
            <a:r>
              <a:rPr lang="nb-NO"/>
              <a:t>Klikk på ikonet for å legge til et bilde</a:t>
            </a:r>
            <a:endParaRPr lang="nn-NO"/>
          </a:p>
        </p:txBody>
      </p:sp>
      <p:sp>
        <p:nvSpPr>
          <p:cNvPr id="2" name="Plasshaldar for tekst 10">
            <a:extLst>
              <a:ext uri="{FF2B5EF4-FFF2-40B4-BE49-F238E27FC236}">
                <a16:creationId xmlns:a16="http://schemas.microsoft.com/office/drawing/2014/main" id="{06C67DD0-3297-F24F-BECC-AEBFA68813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8850" y="2561070"/>
            <a:ext cx="2170530" cy="867930"/>
          </a:xfrm>
        </p:spPr>
        <p:txBody>
          <a:bodyPr anchor="ctr" anchorCtr="0">
            <a:spAutoFit/>
          </a:bodyPr>
          <a:lstStyle>
            <a:lvl1pPr marL="0" indent="0">
              <a:buNone/>
              <a:defRPr sz="28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pic>
        <p:nvPicPr>
          <p:cNvPr id="3" name="Bilde 6" descr="Logo for Vestland fylkeskommune">
            <a:extLst>
              <a:ext uri="{FF2B5EF4-FFF2-40B4-BE49-F238E27FC236}">
                <a16:creationId xmlns:a16="http://schemas.microsoft.com/office/drawing/2014/main" id="{12C67830-3F4A-5722-08E1-6BBA95E10D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1118" y="5785128"/>
            <a:ext cx="2000857" cy="8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32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til venstre. Media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8B7BF6-D84E-A440-BDFA-A8EB4D781B0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symbolet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ønska</a:t>
            </a:r>
            <a:r>
              <a:rPr lang="en-GB" dirty="0"/>
              <a:t> media.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dømes</a:t>
            </a:r>
            <a:r>
              <a:rPr lang="en-GB" dirty="0"/>
              <a:t> </a:t>
            </a:r>
            <a:r>
              <a:rPr lang="en-GB" dirty="0" err="1"/>
              <a:t>så</a:t>
            </a:r>
            <a:r>
              <a:rPr lang="en-GB" dirty="0"/>
              <a:t> </a:t>
            </a:r>
            <a:r>
              <a:rPr lang="en-GB" dirty="0" err="1"/>
              <a:t>trykker</a:t>
            </a:r>
            <a:r>
              <a:rPr lang="en-GB" dirty="0"/>
              <a:t> du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filmikonet</a:t>
            </a:r>
            <a:r>
              <a:rPr lang="en-GB" dirty="0"/>
              <a:t> om du </a:t>
            </a:r>
            <a:r>
              <a:rPr lang="en-GB" dirty="0" err="1"/>
              <a:t>ynskjer</a:t>
            </a:r>
            <a:r>
              <a:rPr lang="en-GB" dirty="0"/>
              <a:t> film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sida</a:t>
            </a:r>
            <a:r>
              <a:rPr lang="en-GB" dirty="0"/>
              <a:t> </a:t>
            </a:r>
            <a:r>
              <a:rPr lang="en-GB" dirty="0" err="1"/>
              <a:t>eller</a:t>
            </a:r>
            <a:r>
              <a:rPr lang="en-GB" dirty="0"/>
              <a:t> </a:t>
            </a:r>
            <a:r>
              <a:rPr lang="en-GB" dirty="0" err="1"/>
              <a:t>ikonet</a:t>
            </a:r>
            <a:r>
              <a:rPr lang="en-GB" dirty="0"/>
              <a:t> for </a:t>
            </a:r>
            <a:r>
              <a:rPr lang="en-GB" dirty="0" err="1"/>
              <a:t>bilete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sette</a:t>
            </a:r>
            <a:r>
              <a:rPr lang="en-GB" dirty="0"/>
              <a:t> inn </a:t>
            </a:r>
            <a:r>
              <a:rPr lang="en-GB" dirty="0" err="1"/>
              <a:t>bilete</a:t>
            </a:r>
            <a:r>
              <a:rPr lang="en-GB" dirty="0"/>
              <a:t>.</a:t>
            </a:r>
            <a:endParaRPr lang="nn-NO" dirty="0"/>
          </a:p>
        </p:txBody>
      </p:sp>
      <p:sp>
        <p:nvSpPr>
          <p:cNvPr id="2" name="Plasshaldar for tekst 3">
            <a:extLst>
              <a:ext uri="{FF2B5EF4-FFF2-40B4-BE49-F238E27FC236}">
                <a16:creationId xmlns:a16="http://schemas.microsoft.com/office/drawing/2014/main" id="{2EC27C24-68B3-90FF-92C2-7933BDDC89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7917" y="2844448"/>
            <a:ext cx="4567563" cy="590931"/>
          </a:xfrm>
        </p:spPr>
        <p:txBody>
          <a:bodyPr anchor="ctr" anchorCtr="0">
            <a:spAutoFit/>
          </a:bodyPr>
          <a:lstStyle>
            <a:lvl1pPr marL="0" indent="0">
              <a:buNone/>
              <a:defRPr sz="36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4" name="Bilde 6" descr="Logo for Vestland fylkeskommune">
            <a:extLst>
              <a:ext uri="{FF2B5EF4-FFF2-40B4-BE49-F238E27FC236}">
                <a16:creationId xmlns:a16="http://schemas.microsoft.com/office/drawing/2014/main" id="{AF8C8E06-965C-DE01-9423-9317C9BB6E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1118" y="5785128"/>
            <a:ext cx="2000857" cy="8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05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å bakgrunn. Tittel, undertittel og tekst. Bilete til høg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bilde 12">
            <a:extLst>
              <a:ext uri="{FF2B5EF4-FFF2-40B4-BE49-F238E27FC236}">
                <a16:creationId xmlns:a16="http://schemas.microsoft.com/office/drawing/2014/main" id="{1FD44404-0E8B-A746-B9D7-CF98E82178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80100" y="2240969"/>
            <a:ext cx="5400675" cy="3172491"/>
          </a:xfrm>
          <a:prstGeom prst="rect">
            <a:avLst/>
          </a:prstGeom>
        </p:spPr>
        <p:txBody>
          <a:bodyPr tIns="360000" anchor="t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1" name="Plassholder for tekst 8">
            <a:extLst>
              <a:ext uri="{FF2B5EF4-FFF2-40B4-BE49-F238E27FC236}">
                <a16:creationId xmlns:a16="http://schemas.microsoft.com/office/drawing/2014/main" id="{B441042B-5173-1D45-A072-2B7E8FA5D9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226" y="727549"/>
            <a:ext cx="10369549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Tittel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50335F0-352E-9244-85DA-D7C3730B48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226" y="2232389"/>
            <a:ext cx="4500564" cy="1902059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9144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3716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8288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2860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Lorem </a:t>
            </a:r>
            <a:r>
              <a:rPr lang="nn-NO" noProof="0" dirty="0" err="1"/>
              <a:t>ipsum</a:t>
            </a:r>
            <a:r>
              <a:rPr lang="nn-NO" noProof="0" dirty="0"/>
              <a:t> </a:t>
            </a:r>
            <a:r>
              <a:rPr lang="nn-NO" noProof="0" dirty="0" err="1"/>
              <a:t>dolor</a:t>
            </a:r>
            <a:r>
              <a:rPr lang="nn-NO" noProof="0" dirty="0"/>
              <a:t> sit </a:t>
            </a:r>
            <a:r>
              <a:rPr lang="nn-NO" noProof="0" dirty="0" err="1"/>
              <a:t>amet</a:t>
            </a:r>
            <a:r>
              <a:rPr lang="nn-NO" noProof="0" dirty="0"/>
              <a:t>, </a:t>
            </a:r>
            <a:r>
              <a:rPr lang="nn-NO" noProof="0" dirty="0" err="1"/>
              <a:t>consectetur</a:t>
            </a:r>
            <a:r>
              <a:rPr lang="nn-NO" noProof="0" dirty="0"/>
              <a:t> </a:t>
            </a:r>
            <a:r>
              <a:rPr lang="nn-NO" noProof="0" dirty="0" err="1"/>
              <a:t>adipiscing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. In </a:t>
            </a:r>
            <a:r>
              <a:rPr lang="nn-NO" noProof="0" dirty="0" err="1"/>
              <a:t>congue</a:t>
            </a:r>
            <a:r>
              <a:rPr lang="nn-NO" noProof="0" dirty="0"/>
              <a:t> urna </a:t>
            </a:r>
            <a:r>
              <a:rPr lang="nn-NO" noProof="0" dirty="0" err="1"/>
              <a:t>tortor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accumsan</a:t>
            </a:r>
            <a:r>
              <a:rPr lang="nn-NO" noProof="0" dirty="0"/>
              <a:t> mi </a:t>
            </a:r>
            <a:r>
              <a:rPr lang="nn-NO" noProof="0" dirty="0" err="1"/>
              <a:t>viverra</a:t>
            </a:r>
            <a:r>
              <a:rPr lang="nn-NO" noProof="0" dirty="0"/>
              <a:t> in. Sed id </a:t>
            </a:r>
            <a:r>
              <a:rPr lang="nn-NO" noProof="0" dirty="0" err="1"/>
              <a:t>condimentum</a:t>
            </a:r>
            <a:r>
              <a:rPr lang="nn-NO" noProof="0" dirty="0"/>
              <a:t> </a:t>
            </a:r>
            <a:r>
              <a:rPr lang="nn-NO" noProof="0" dirty="0" err="1"/>
              <a:t>turpis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lobortis</a:t>
            </a:r>
            <a:r>
              <a:rPr lang="nn-NO" noProof="0" dirty="0"/>
              <a:t> </a:t>
            </a:r>
            <a:r>
              <a:rPr lang="nn-NO" noProof="0" dirty="0" err="1"/>
              <a:t>risus</a:t>
            </a:r>
            <a:r>
              <a:rPr lang="nn-NO" noProof="0" dirty="0"/>
              <a:t>. </a:t>
            </a:r>
            <a:r>
              <a:rPr lang="nn-NO" noProof="0" dirty="0" err="1"/>
              <a:t>Phasellus</a:t>
            </a:r>
            <a:r>
              <a:rPr lang="nn-NO" noProof="0" dirty="0"/>
              <a:t> vel urna </a:t>
            </a:r>
            <a:r>
              <a:rPr lang="nn-NO" noProof="0" dirty="0" err="1"/>
              <a:t>dictum</a:t>
            </a:r>
            <a:r>
              <a:rPr lang="nn-NO" noProof="0" dirty="0"/>
              <a:t>, </a:t>
            </a:r>
            <a:r>
              <a:rPr lang="nn-NO" noProof="0" dirty="0" err="1"/>
              <a:t>posuere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 et, </a:t>
            </a:r>
            <a:r>
              <a:rPr lang="nn-NO" noProof="0" dirty="0" err="1"/>
              <a:t>malesuada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.</a:t>
            </a:r>
          </a:p>
        </p:txBody>
      </p:sp>
      <p:pic>
        <p:nvPicPr>
          <p:cNvPr id="8" name="Bilde 6" descr="Logo for Vestland fylkeskommune">
            <a:extLst>
              <a:ext uri="{FF2B5EF4-FFF2-40B4-BE49-F238E27FC236}">
                <a16:creationId xmlns:a16="http://schemas.microsoft.com/office/drawing/2014/main" id="{64E7C5A1-D2EB-7046-AFAA-E129A45E55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  <p:sp>
        <p:nvSpPr>
          <p:cNvPr id="10" name="Plassholder for tekst 5"/>
          <p:cNvSpPr>
            <a:spLocks noGrp="1"/>
          </p:cNvSpPr>
          <p:nvPr>
            <p:ph type="body" sz="quarter" idx="19" hasCustomPrompt="1"/>
          </p:nvPr>
        </p:nvSpPr>
        <p:spPr>
          <a:xfrm>
            <a:off x="911225" y="1274688"/>
            <a:ext cx="10369550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Undertittel</a:t>
            </a:r>
          </a:p>
        </p:txBody>
      </p:sp>
    </p:spTree>
    <p:extLst>
      <p:ext uri="{BB962C8B-B14F-4D97-AF65-F5344CB8AC3E}">
        <p14:creationId xmlns:p14="http://schemas.microsoft.com/office/powerpoint/2010/main" val="1440851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å bakgrunn. Bilete til venstre. Tittel, undertittel og tek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1225" y="2240969"/>
            <a:ext cx="5400675" cy="3172491"/>
          </a:xfrm>
          <a:prstGeom prst="rect">
            <a:avLst/>
          </a:prstGeom>
        </p:spPr>
        <p:txBody>
          <a:bodyPr tIns="360000" anchor="t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 dirty="0"/>
              <a:t>Klikk på ikonet for å legge til et bilde</a:t>
            </a:r>
            <a:endParaRPr lang="en-US" dirty="0"/>
          </a:p>
        </p:txBody>
      </p:sp>
      <p:sp>
        <p:nvSpPr>
          <p:cNvPr id="11" name="Plassholder for tekst 8">
            <a:extLst>
              <a:ext uri="{FF2B5EF4-FFF2-40B4-BE49-F238E27FC236}">
                <a16:creationId xmlns:a16="http://schemas.microsoft.com/office/drawing/2014/main" id="{E1E4DF85-AEB8-8446-B2E1-2252E33C56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226" y="727549"/>
            <a:ext cx="10380310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F6C9799-DE04-2149-995E-2FAAF6E572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90972" y="2855217"/>
            <a:ext cx="4500564" cy="1902059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9144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3716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8288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2860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Lorem </a:t>
            </a:r>
            <a:r>
              <a:rPr lang="nn-NO" noProof="0" dirty="0" err="1"/>
              <a:t>ipsum</a:t>
            </a:r>
            <a:r>
              <a:rPr lang="nn-NO" noProof="0" dirty="0"/>
              <a:t> </a:t>
            </a:r>
            <a:r>
              <a:rPr lang="nn-NO" noProof="0" dirty="0" err="1"/>
              <a:t>dolor</a:t>
            </a:r>
            <a:r>
              <a:rPr lang="nn-NO" noProof="0" dirty="0"/>
              <a:t> sit </a:t>
            </a:r>
            <a:r>
              <a:rPr lang="nn-NO" noProof="0" dirty="0" err="1"/>
              <a:t>amet</a:t>
            </a:r>
            <a:r>
              <a:rPr lang="nn-NO" noProof="0" dirty="0"/>
              <a:t>, </a:t>
            </a:r>
            <a:r>
              <a:rPr lang="nn-NO" noProof="0" dirty="0" err="1"/>
              <a:t>consectetur</a:t>
            </a:r>
            <a:r>
              <a:rPr lang="nn-NO" noProof="0" dirty="0"/>
              <a:t> </a:t>
            </a:r>
            <a:r>
              <a:rPr lang="nn-NO" noProof="0" dirty="0" err="1"/>
              <a:t>adipiscing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. In </a:t>
            </a:r>
            <a:r>
              <a:rPr lang="nn-NO" noProof="0" dirty="0" err="1"/>
              <a:t>congue</a:t>
            </a:r>
            <a:r>
              <a:rPr lang="nn-NO" noProof="0" dirty="0"/>
              <a:t> urna </a:t>
            </a:r>
            <a:r>
              <a:rPr lang="nn-NO" noProof="0" dirty="0" err="1"/>
              <a:t>tortor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accumsan</a:t>
            </a:r>
            <a:r>
              <a:rPr lang="nn-NO" noProof="0" dirty="0"/>
              <a:t> mi </a:t>
            </a:r>
            <a:r>
              <a:rPr lang="nn-NO" noProof="0" dirty="0" err="1"/>
              <a:t>viverra</a:t>
            </a:r>
            <a:r>
              <a:rPr lang="nn-NO" noProof="0" dirty="0"/>
              <a:t> in. Sed id </a:t>
            </a:r>
            <a:r>
              <a:rPr lang="nn-NO" noProof="0" dirty="0" err="1"/>
              <a:t>condimentum</a:t>
            </a:r>
            <a:r>
              <a:rPr lang="nn-NO" noProof="0" dirty="0"/>
              <a:t> </a:t>
            </a:r>
            <a:r>
              <a:rPr lang="nn-NO" noProof="0" dirty="0" err="1"/>
              <a:t>turpis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lobortis</a:t>
            </a:r>
            <a:r>
              <a:rPr lang="nn-NO" noProof="0" dirty="0"/>
              <a:t> </a:t>
            </a:r>
            <a:r>
              <a:rPr lang="nn-NO" noProof="0" dirty="0" err="1"/>
              <a:t>risus</a:t>
            </a:r>
            <a:r>
              <a:rPr lang="nn-NO" noProof="0" dirty="0"/>
              <a:t>. </a:t>
            </a:r>
            <a:r>
              <a:rPr lang="nn-NO" noProof="0" dirty="0" err="1"/>
              <a:t>Phasellus</a:t>
            </a:r>
            <a:r>
              <a:rPr lang="nn-NO" noProof="0" dirty="0"/>
              <a:t> vel urna </a:t>
            </a:r>
            <a:r>
              <a:rPr lang="nn-NO" noProof="0" dirty="0" err="1"/>
              <a:t>dictum</a:t>
            </a:r>
            <a:r>
              <a:rPr lang="nn-NO" noProof="0" dirty="0"/>
              <a:t>, </a:t>
            </a:r>
            <a:r>
              <a:rPr lang="nn-NO" noProof="0" dirty="0" err="1"/>
              <a:t>posuere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 et, </a:t>
            </a:r>
            <a:r>
              <a:rPr lang="nn-NO" noProof="0" dirty="0" err="1"/>
              <a:t>malesuada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.</a:t>
            </a:r>
          </a:p>
        </p:txBody>
      </p:sp>
      <p:pic>
        <p:nvPicPr>
          <p:cNvPr id="7" name="Bilde 6" descr="Logo for Vestland fylkeskommune">
            <a:extLst>
              <a:ext uri="{FF2B5EF4-FFF2-40B4-BE49-F238E27FC236}">
                <a16:creationId xmlns:a16="http://schemas.microsoft.com/office/drawing/2014/main" id="{B9E01F9C-368E-E84D-B1C6-0B1A5C6678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  <p:sp>
        <p:nvSpPr>
          <p:cNvPr id="8" name="Plassholder for tekst 5"/>
          <p:cNvSpPr>
            <a:spLocks noGrp="1"/>
          </p:cNvSpPr>
          <p:nvPr>
            <p:ph type="body" sz="quarter" idx="19" hasCustomPrompt="1"/>
          </p:nvPr>
        </p:nvSpPr>
        <p:spPr>
          <a:xfrm>
            <a:off x="911225" y="1274688"/>
            <a:ext cx="10380311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Undertittel</a:t>
            </a:r>
          </a:p>
        </p:txBody>
      </p:sp>
    </p:spTree>
    <p:extLst>
      <p:ext uri="{BB962C8B-B14F-4D97-AF65-F5344CB8AC3E}">
        <p14:creationId xmlns:p14="http://schemas.microsoft.com/office/powerpoint/2010/main" val="40827228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å bakgrunn. Sirkelforma bilete til venstre. Tittel, undertittel og tek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bilde 12">
            <a:extLst>
              <a:ext uri="{FF2B5EF4-FFF2-40B4-BE49-F238E27FC236}">
                <a16:creationId xmlns:a16="http://schemas.microsoft.com/office/drawing/2014/main" id="{9CC33A5B-51BF-4B48-AB8E-EF4439BDA0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7385" y="2230970"/>
            <a:ext cx="3182490" cy="3182490"/>
          </a:xfrm>
          <a:prstGeom prst="ellipse">
            <a:avLst/>
          </a:prstGeom>
        </p:spPr>
        <p:txBody>
          <a:bodyPr tIns="540000" anchor="t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8" name="Plassholder for tekst 8">
            <a:extLst>
              <a:ext uri="{FF2B5EF4-FFF2-40B4-BE49-F238E27FC236}">
                <a16:creationId xmlns:a16="http://schemas.microsoft.com/office/drawing/2014/main" id="{F87A6393-0F37-4F4B-B029-1B53BE9481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226" y="727549"/>
            <a:ext cx="10383389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21C58CF-9DEA-4E4E-8344-FA3F903ED6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11675" y="2969095"/>
            <a:ext cx="6782940" cy="1674305"/>
          </a:xfrm>
          <a:prstGeom prst="rect">
            <a:avLst/>
          </a:prstGeom>
        </p:spPr>
        <p:txBody>
          <a:bodyPr anchor="ctr" anchorCtr="0"/>
          <a:lstStyle>
            <a:lvl1pPr marL="384048" indent="-384048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 typeface="Arial" panose="020B0604020202020204" pitchFamily="34" charset="0"/>
              <a:buNone/>
              <a:defRPr sz="1800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3716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8288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2860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Lorem </a:t>
            </a:r>
            <a:r>
              <a:rPr lang="nn-NO" noProof="0" dirty="0" err="1"/>
              <a:t>ipsum</a:t>
            </a:r>
            <a:r>
              <a:rPr lang="nn-NO" noProof="0" dirty="0"/>
              <a:t> </a:t>
            </a:r>
            <a:r>
              <a:rPr lang="nn-NO" noProof="0" dirty="0" err="1"/>
              <a:t>dolor</a:t>
            </a:r>
            <a:r>
              <a:rPr lang="nn-NO" noProof="0" dirty="0"/>
              <a:t> sit </a:t>
            </a:r>
            <a:r>
              <a:rPr lang="nn-NO" noProof="0" dirty="0" err="1"/>
              <a:t>amet</a:t>
            </a:r>
            <a:r>
              <a:rPr lang="nn-NO" noProof="0" dirty="0"/>
              <a:t>, </a:t>
            </a:r>
            <a:r>
              <a:rPr lang="nn-NO" noProof="0" dirty="0" err="1"/>
              <a:t>consectetur</a:t>
            </a:r>
            <a:r>
              <a:rPr lang="nn-NO" noProof="0" dirty="0"/>
              <a:t> </a:t>
            </a:r>
            <a:r>
              <a:rPr lang="nn-NO" noProof="0" dirty="0" err="1"/>
              <a:t>adipiscing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. In </a:t>
            </a:r>
            <a:r>
              <a:rPr lang="nn-NO" noProof="0" dirty="0" err="1"/>
              <a:t>congue</a:t>
            </a:r>
            <a:r>
              <a:rPr lang="nn-NO" noProof="0" dirty="0"/>
              <a:t> urna </a:t>
            </a:r>
            <a:r>
              <a:rPr lang="nn-NO" noProof="0" dirty="0" err="1"/>
              <a:t>tortor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accumsan</a:t>
            </a:r>
            <a:r>
              <a:rPr lang="nn-NO" noProof="0" dirty="0"/>
              <a:t> mi </a:t>
            </a:r>
            <a:r>
              <a:rPr lang="nn-NO" noProof="0" dirty="0" err="1"/>
              <a:t>viverra</a:t>
            </a:r>
            <a:r>
              <a:rPr lang="nn-NO" noProof="0" dirty="0"/>
              <a:t> in.</a:t>
            </a:r>
          </a:p>
          <a:p>
            <a:pPr lvl="0"/>
            <a:r>
              <a:rPr lang="nn-NO" noProof="0" dirty="0"/>
              <a:t>Sed id </a:t>
            </a:r>
            <a:r>
              <a:rPr lang="nn-NO" noProof="0" dirty="0" err="1"/>
              <a:t>condimentum</a:t>
            </a:r>
            <a:r>
              <a:rPr lang="nn-NO" noProof="0" dirty="0"/>
              <a:t> </a:t>
            </a:r>
            <a:r>
              <a:rPr lang="nn-NO" noProof="0" dirty="0" err="1"/>
              <a:t>turpis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lobortis</a:t>
            </a:r>
            <a:r>
              <a:rPr lang="nn-NO" noProof="0" dirty="0"/>
              <a:t> </a:t>
            </a:r>
            <a:r>
              <a:rPr lang="nn-NO" noProof="0" dirty="0" err="1"/>
              <a:t>risus</a:t>
            </a:r>
            <a:r>
              <a:rPr lang="nn-NO" noProof="0" dirty="0"/>
              <a:t>. </a:t>
            </a:r>
            <a:r>
              <a:rPr lang="nn-NO" noProof="0" dirty="0" err="1"/>
              <a:t>Phasellus</a:t>
            </a:r>
            <a:r>
              <a:rPr lang="nn-NO" noProof="0" dirty="0"/>
              <a:t> vel urna </a:t>
            </a:r>
            <a:r>
              <a:rPr lang="nn-NO" noProof="0" dirty="0" err="1"/>
              <a:t>dictum</a:t>
            </a:r>
            <a:r>
              <a:rPr lang="nn-NO" noProof="0" dirty="0"/>
              <a:t>, </a:t>
            </a:r>
            <a:r>
              <a:rPr lang="nn-NO" noProof="0" dirty="0" err="1"/>
              <a:t>posuere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 et, </a:t>
            </a:r>
            <a:r>
              <a:rPr lang="nn-NO" noProof="0" dirty="0" err="1"/>
              <a:t>malesuada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. Cras </a:t>
            </a:r>
            <a:r>
              <a:rPr lang="nn-NO" noProof="0" dirty="0" err="1"/>
              <a:t>egestas</a:t>
            </a:r>
            <a:r>
              <a:rPr lang="nn-NO" noProof="0" dirty="0"/>
              <a:t> </a:t>
            </a:r>
            <a:r>
              <a:rPr lang="nn-NO" noProof="0" dirty="0" err="1"/>
              <a:t>consequat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, vel </a:t>
            </a:r>
            <a:r>
              <a:rPr lang="nn-NO" noProof="0" dirty="0" err="1"/>
              <a:t>rutrum</a:t>
            </a:r>
            <a:r>
              <a:rPr lang="nn-NO" noProof="0" dirty="0"/>
              <a:t> </a:t>
            </a:r>
            <a:r>
              <a:rPr lang="nn-NO" noProof="0" dirty="0" err="1"/>
              <a:t>augue</a:t>
            </a:r>
            <a:r>
              <a:rPr lang="nn-NO" noProof="0" dirty="0"/>
              <a:t> </a:t>
            </a:r>
            <a:r>
              <a:rPr lang="nn-NO" noProof="0" dirty="0" err="1"/>
              <a:t>hendrerit</a:t>
            </a:r>
            <a:r>
              <a:rPr lang="nn-NO" noProof="0" dirty="0"/>
              <a:t> </a:t>
            </a:r>
            <a:r>
              <a:rPr lang="nn-NO" noProof="0" dirty="0" err="1"/>
              <a:t>quis</a:t>
            </a:r>
            <a:r>
              <a:rPr lang="nn-NO" noProof="0" dirty="0"/>
              <a:t>.</a:t>
            </a:r>
          </a:p>
        </p:txBody>
      </p:sp>
      <p:pic>
        <p:nvPicPr>
          <p:cNvPr id="7" name="Bilde 6" descr="Logo for Vestland fylkeskommune">
            <a:extLst>
              <a:ext uri="{FF2B5EF4-FFF2-40B4-BE49-F238E27FC236}">
                <a16:creationId xmlns:a16="http://schemas.microsoft.com/office/drawing/2014/main" id="{052530C5-5901-054D-A807-24EE41C26D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  <p:sp>
        <p:nvSpPr>
          <p:cNvPr id="10" name="Plassholder for tekst 5"/>
          <p:cNvSpPr>
            <a:spLocks noGrp="1"/>
          </p:cNvSpPr>
          <p:nvPr>
            <p:ph type="body" sz="quarter" idx="25" hasCustomPrompt="1"/>
          </p:nvPr>
        </p:nvSpPr>
        <p:spPr>
          <a:xfrm>
            <a:off x="911225" y="1274688"/>
            <a:ext cx="10383390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Undertittel</a:t>
            </a:r>
          </a:p>
        </p:txBody>
      </p:sp>
    </p:spTree>
    <p:extLst>
      <p:ext uri="{BB962C8B-B14F-4D97-AF65-F5344CB8AC3E}">
        <p14:creationId xmlns:p14="http://schemas.microsoft.com/office/powerpoint/2010/main" val="3033729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ors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e 18">
            <a:extLst>
              <a:ext uri="{FF2B5EF4-FFF2-40B4-BE49-F238E27FC236}">
                <a16:creationId xmlns:a16="http://schemas.microsoft.com/office/drawing/2014/main" id="{1515BDD9-D1B4-4E4A-861D-EDE1CCEEC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652"/>
            <a:ext cx="12192000" cy="6862652"/>
          </a:xfrm>
          <a:prstGeom prst="rect">
            <a:avLst/>
          </a:prstGeom>
        </p:spPr>
      </p:pic>
      <p:sp>
        <p:nvSpPr>
          <p:cNvPr id="16" name="Plassholder for tekst 8">
            <a:extLst>
              <a:ext uri="{FF2B5EF4-FFF2-40B4-BE49-F238E27FC236}">
                <a16:creationId xmlns:a16="http://schemas.microsoft.com/office/drawing/2014/main" id="{A60C8AA2-1499-8444-9FA4-1DFFBBDF80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1859" y="2843219"/>
            <a:ext cx="10358916" cy="10341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72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Tittel</a:t>
            </a:r>
          </a:p>
        </p:txBody>
      </p:sp>
      <p:pic>
        <p:nvPicPr>
          <p:cNvPr id="11" name="Bilde 10" descr="Logo for Vestland fylkeskommune">
            <a:extLst>
              <a:ext uri="{FF2B5EF4-FFF2-40B4-BE49-F238E27FC236}">
                <a16:creationId xmlns:a16="http://schemas.microsoft.com/office/drawing/2014/main" id="{AB07580C-E7E6-874E-9C86-7154C58441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5021" y="370417"/>
            <a:ext cx="2950077" cy="1300442"/>
          </a:xfrm>
          <a:prstGeom prst="rect">
            <a:avLst/>
          </a:prstGeom>
        </p:spPr>
      </p:pic>
      <p:sp>
        <p:nvSpPr>
          <p:cNvPr id="7" name="Plassholder for tekst 8">
            <a:extLst>
              <a:ext uri="{FF2B5EF4-FFF2-40B4-BE49-F238E27FC236}">
                <a16:creationId xmlns:a16="http://schemas.microsoft.com/office/drawing/2014/main" id="{D9220EB2-EC8C-C24D-8AA8-9E6F0E8F1A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1859" y="6172912"/>
            <a:ext cx="6769099" cy="2492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12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xx. </a:t>
            </a:r>
            <a:r>
              <a:rPr lang="en-US" dirty="0" err="1"/>
              <a:t>månad</a:t>
            </a:r>
            <a:r>
              <a:rPr lang="en-US" dirty="0"/>
              <a:t> </a:t>
            </a:r>
            <a:r>
              <a:rPr lang="en-US" dirty="0" err="1"/>
              <a:t>år</a:t>
            </a:r>
            <a:r>
              <a:rPr lang="en-US" dirty="0"/>
              <a:t>, </a:t>
            </a:r>
            <a:r>
              <a:rPr lang="en-US" dirty="0" err="1"/>
              <a:t>namn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samling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stad</a:t>
            </a:r>
            <a:endParaRPr lang="en-US" dirty="0"/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BE435173-C479-4509-B76E-25CBDEE2A4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12350" y="6172912"/>
            <a:ext cx="1368425" cy="2492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12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vestlandfylke.no</a:t>
            </a:r>
          </a:p>
        </p:txBody>
      </p:sp>
    </p:spTree>
    <p:extLst>
      <p:ext uri="{BB962C8B-B14F-4D97-AF65-F5344CB8AC3E}">
        <p14:creationId xmlns:p14="http://schemas.microsoft.com/office/powerpoint/2010/main" val="40141843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, undertittel og innha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08DF618A-105C-8649-8627-2D6349A585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5" y="727549"/>
            <a:ext cx="9469437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31968C0-AD7E-C049-8E6C-2985A8DE3A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239641"/>
            <a:ext cx="9469438" cy="44730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 dirty="0"/>
              <a:t>Undertittel</a:t>
            </a:r>
          </a:p>
        </p:txBody>
      </p:sp>
      <p:pic>
        <p:nvPicPr>
          <p:cNvPr id="6" name="Bilde 6" descr="Logo for Vestland fylkeskommune">
            <a:extLst>
              <a:ext uri="{FF2B5EF4-FFF2-40B4-BE49-F238E27FC236}">
                <a16:creationId xmlns:a16="http://schemas.microsoft.com/office/drawing/2014/main" id="{791A530B-87B8-5C48-A101-544B9ABE62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0B4CF30-D1DE-3F2D-6BC5-524C1FD7C7D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11224" y="2029926"/>
            <a:ext cx="9469436" cy="3755200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n-NO" noProof="0" dirty="0"/>
              <a:t>Legg til tekst, tabell eller diagram her</a:t>
            </a:r>
          </a:p>
        </p:txBody>
      </p:sp>
    </p:spTree>
    <p:extLst>
      <p:ext uri="{BB962C8B-B14F-4D97-AF65-F5344CB8AC3E}">
        <p14:creationId xmlns:p14="http://schemas.microsoft.com/office/powerpoint/2010/main" val="3361310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a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08DF618A-105C-8649-8627-2D6349A585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6" y="727549"/>
            <a:ext cx="10617316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Tittel</a:t>
            </a:r>
          </a:p>
        </p:txBody>
      </p:sp>
      <p:pic>
        <p:nvPicPr>
          <p:cNvPr id="6" name="Bilde 6" descr="Logo for Vestland fylkeskommune">
            <a:extLst>
              <a:ext uri="{FF2B5EF4-FFF2-40B4-BE49-F238E27FC236}">
                <a16:creationId xmlns:a16="http://schemas.microsoft.com/office/drawing/2014/main" id="{85DD8909-428D-E543-AB62-3E00682CE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627E4CE-4FB5-63BE-520D-1523D27989B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11224" y="1675375"/>
            <a:ext cx="10617315" cy="39159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n-NO" noProof="0" dirty="0"/>
              <a:t>Legg til tekst, tabell eller diagram her</a:t>
            </a:r>
          </a:p>
        </p:txBody>
      </p:sp>
    </p:spTree>
    <p:extLst>
      <p:ext uri="{BB962C8B-B14F-4D97-AF65-F5344CB8AC3E}">
        <p14:creationId xmlns:p14="http://schemas.microsoft.com/office/powerpoint/2010/main" val="3108062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, undertittel og 2 innha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08DF618A-105C-8649-8627-2D6349A585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5" y="727549"/>
            <a:ext cx="10369551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31968C0-AD7E-C049-8E6C-2985A8DE3A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239641"/>
            <a:ext cx="10369552" cy="44730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 dirty="0"/>
              <a:t>Undertittel</a:t>
            </a:r>
          </a:p>
        </p:txBody>
      </p:sp>
      <p:pic>
        <p:nvPicPr>
          <p:cNvPr id="6" name="Bilde 6" descr="Logo for Vestland fylkeskommune">
            <a:extLst>
              <a:ext uri="{FF2B5EF4-FFF2-40B4-BE49-F238E27FC236}">
                <a16:creationId xmlns:a16="http://schemas.microsoft.com/office/drawing/2014/main" id="{791A530B-87B8-5C48-A101-544B9ABE62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0B4CF30-D1DE-3F2D-6BC5-524C1FD7C7D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11224" y="2029926"/>
            <a:ext cx="4680107" cy="3755200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n-NO" noProof="0" dirty="0"/>
              <a:t>Legg til tekst, tabell eller diagram her</a:t>
            </a:r>
          </a:p>
        </p:txBody>
      </p:sp>
      <p:sp>
        <p:nvSpPr>
          <p:cNvPr id="2" name="Plassholder for innhold 2">
            <a:extLst>
              <a:ext uri="{FF2B5EF4-FFF2-40B4-BE49-F238E27FC236}">
                <a16:creationId xmlns:a16="http://schemas.microsoft.com/office/drawing/2014/main" id="{C452F723-7E0A-34CA-C5D3-8EBDCBE72B2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0669" y="2029926"/>
            <a:ext cx="4680107" cy="3755200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nn-NO" noProof="0" dirty="0"/>
              <a:t>Legg til tekst, tabell eller diagram her</a:t>
            </a:r>
          </a:p>
        </p:txBody>
      </p:sp>
    </p:spTree>
    <p:extLst>
      <p:ext uri="{BB962C8B-B14F-4D97-AF65-F5344CB8AC3E}">
        <p14:creationId xmlns:p14="http://schemas.microsoft.com/office/powerpoint/2010/main" val="29712135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, undertittel og tekst i to kolo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8">
            <a:extLst>
              <a:ext uri="{FF2B5EF4-FFF2-40B4-BE49-F238E27FC236}">
                <a16:creationId xmlns:a16="http://schemas.microsoft.com/office/drawing/2014/main" id="{46F9F26F-539C-7740-B549-2A50A6CEEB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225" y="727549"/>
            <a:ext cx="10381531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03E9EA8-AD36-214E-A848-590DEC5DD3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225" y="2199035"/>
            <a:ext cx="4968875" cy="266534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 typeface="Arial" panose="020B0604020202020204" pitchFamily="34" charset="0"/>
              <a:buNone/>
              <a:defRPr sz="1800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3716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8288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2860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Lorem </a:t>
            </a:r>
            <a:r>
              <a:rPr lang="nn-NO" noProof="0" dirty="0" err="1"/>
              <a:t>ipsum</a:t>
            </a:r>
            <a:r>
              <a:rPr lang="nn-NO" noProof="0" dirty="0"/>
              <a:t> </a:t>
            </a:r>
            <a:r>
              <a:rPr lang="nn-NO" noProof="0" dirty="0" err="1"/>
              <a:t>dolor</a:t>
            </a:r>
            <a:r>
              <a:rPr lang="nn-NO" noProof="0" dirty="0"/>
              <a:t> sit </a:t>
            </a:r>
            <a:r>
              <a:rPr lang="nn-NO" noProof="0" dirty="0" err="1"/>
              <a:t>amet</a:t>
            </a:r>
            <a:r>
              <a:rPr lang="nn-NO" noProof="0" dirty="0"/>
              <a:t>, </a:t>
            </a:r>
            <a:r>
              <a:rPr lang="nn-NO" noProof="0" dirty="0" err="1"/>
              <a:t>consectetur</a:t>
            </a:r>
            <a:r>
              <a:rPr lang="nn-NO" noProof="0" dirty="0"/>
              <a:t> </a:t>
            </a:r>
            <a:r>
              <a:rPr lang="nn-NO" noProof="0" dirty="0" err="1"/>
              <a:t>adipiscing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. In </a:t>
            </a:r>
            <a:r>
              <a:rPr lang="nn-NO" noProof="0" dirty="0" err="1"/>
              <a:t>congue</a:t>
            </a:r>
            <a:r>
              <a:rPr lang="nn-NO" noProof="0" dirty="0"/>
              <a:t> urna </a:t>
            </a:r>
            <a:r>
              <a:rPr lang="nn-NO" noProof="0" dirty="0" err="1"/>
              <a:t>tortor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accumsan</a:t>
            </a:r>
            <a:r>
              <a:rPr lang="nn-NO" noProof="0" dirty="0"/>
              <a:t> mi </a:t>
            </a:r>
            <a:r>
              <a:rPr lang="nn-NO" noProof="0" dirty="0" err="1"/>
              <a:t>viverra</a:t>
            </a:r>
            <a:r>
              <a:rPr lang="nn-NO" noProof="0" dirty="0"/>
              <a:t> in.</a:t>
            </a:r>
          </a:p>
          <a:p>
            <a:pPr lvl="0"/>
            <a:r>
              <a:rPr lang="nn-NO" noProof="0" dirty="0"/>
              <a:t>Sed id </a:t>
            </a:r>
            <a:r>
              <a:rPr lang="nn-NO" noProof="0" dirty="0" err="1"/>
              <a:t>condimentum</a:t>
            </a:r>
            <a:r>
              <a:rPr lang="nn-NO" noProof="0" dirty="0"/>
              <a:t> </a:t>
            </a:r>
            <a:r>
              <a:rPr lang="nn-NO" noProof="0" dirty="0" err="1"/>
              <a:t>turpis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lobortis</a:t>
            </a:r>
            <a:r>
              <a:rPr lang="nn-NO" noProof="0" dirty="0"/>
              <a:t> </a:t>
            </a:r>
            <a:r>
              <a:rPr lang="nn-NO" noProof="0" dirty="0" err="1"/>
              <a:t>risus</a:t>
            </a:r>
            <a:r>
              <a:rPr lang="nn-NO" noProof="0" dirty="0"/>
              <a:t>. </a:t>
            </a:r>
            <a:r>
              <a:rPr lang="nn-NO" noProof="0" dirty="0" err="1"/>
              <a:t>Phasellus</a:t>
            </a:r>
            <a:r>
              <a:rPr lang="nn-NO" noProof="0" dirty="0"/>
              <a:t> vel urna </a:t>
            </a:r>
            <a:r>
              <a:rPr lang="nn-NO" noProof="0" dirty="0" err="1"/>
              <a:t>dictum</a:t>
            </a:r>
            <a:r>
              <a:rPr lang="nn-NO" noProof="0" dirty="0"/>
              <a:t>, </a:t>
            </a:r>
            <a:r>
              <a:rPr lang="nn-NO" noProof="0" dirty="0" err="1"/>
              <a:t>posuere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 et, </a:t>
            </a:r>
            <a:r>
              <a:rPr lang="nn-NO" noProof="0" dirty="0" err="1"/>
              <a:t>malesuada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. Cras </a:t>
            </a:r>
            <a:r>
              <a:rPr lang="nn-NO" noProof="0" dirty="0" err="1"/>
              <a:t>egestas</a:t>
            </a:r>
            <a:r>
              <a:rPr lang="nn-NO" noProof="0" dirty="0"/>
              <a:t> </a:t>
            </a:r>
            <a:r>
              <a:rPr lang="nn-NO" noProof="0" dirty="0" err="1"/>
              <a:t>consequat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, vel </a:t>
            </a:r>
            <a:r>
              <a:rPr lang="nn-NO" noProof="0" dirty="0" err="1"/>
              <a:t>rutrum</a:t>
            </a:r>
            <a:r>
              <a:rPr lang="nn-NO" noProof="0" dirty="0"/>
              <a:t> </a:t>
            </a:r>
            <a:r>
              <a:rPr lang="nn-NO" noProof="0" dirty="0" err="1"/>
              <a:t>augue</a:t>
            </a:r>
            <a:r>
              <a:rPr lang="nn-NO" noProof="0" dirty="0"/>
              <a:t> </a:t>
            </a:r>
            <a:r>
              <a:rPr lang="nn-NO" noProof="0" dirty="0" err="1"/>
              <a:t>hendreri</a:t>
            </a:r>
            <a:r>
              <a:rPr lang="nn-NO" noProof="0" dirty="0"/>
              <a:t>.</a:t>
            </a:r>
          </a:p>
          <a:p>
            <a:pPr lvl="0"/>
            <a:endParaRPr lang="nn-NO" noProof="0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B142A7E-1FCC-9040-BBC7-97A3BDC942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23882" y="2199034"/>
            <a:ext cx="4968875" cy="2665345"/>
          </a:xfrm>
          <a:prstGeom prst="rect">
            <a:avLst/>
          </a:prstGeom>
        </p:spPr>
        <p:txBody>
          <a:bodyPr/>
          <a:lstStyle>
            <a:lvl1pPr marL="384048" indent="-384048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 typeface="Arial" panose="020B0604020202020204" pitchFamily="34" charset="0"/>
              <a:buNone/>
              <a:defRPr sz="1800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3716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8288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2860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Lorem </a:t>
            </a:r>
            <a:r>
              <a:rPr lang="nn-NO" noProof="0" dirty="0" err="1"/>
              <a:t>ipsum</a:t>
            </a:r>
            <a:r>
              <a:rPr lang="nn-NO" noProof="0" dirty="0"/>
              <a:t> </a:t>
            </a:r>
            <a:r>
              <a:rPr lang="nn-NO" noProof="0" dirty="0" err="1"/>
              <a:t>dolor</a:t>
            </a:r>
            <a:r>
              <a:rPr lang="nn-NO" noProof="0" dirty="0"/>
              <a:t> sit </a:t>
            </a:r>
            <a:r>
              <a:rPr lang="nn-NO" noProof="0" dirty="0" err="1"/>
              <a:t>amet</a:t>
            </a:r>
            <a:r>
              <a:rPr lang="nn-NO" noProof="0" dirty="0"/>
              <a:t>, </a:t>
            </a:r>
            <a:r>
              <a:rPr lang="nn-NO" noProof="0" dirty="0" err="1"/>
              <a:t>consectetur</a:t>
            </a:r>
            <a:r>
              <a:rPr lang="nn-NO" noProof="0" dirty="0"/>
              <a:t> </a:t>
            </a:r>
            <a:r>
              <a:rPr lang="nn-NO" noProof="0" dirty="0" err="1"/>
              <a:t>adipiscing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. In </a:t>
            </a:r>
            <a:r>
              <a:rPr lang="nn-NO" noProof="0" dirty="0" err="1"/>
              <a:t>congue</a:t>
            </a:r>
            <a:r>
              <a:rPr lang="nn-NO" noProof="0" dirty="0"/>
              <a:t> urna </a:t>
            </a:r>
            <a:r>
              <a:rPr lang="nn-NO" noProof="0" dirty="0" err="1"/>
              <a:t>tortor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accumsan</a:t>
            </a:r>
            <a:r>
              <a:rPr lang="nn-NO" noProof="0" dirty="0"/>
              <a:t> mi </a:t>
            </a:r>
            <a:r>
              <a:rPr lang="nn-NO" noProof="0" dirty="0" err="1"/>
              <a:t>viverra</a:t>
            </a:r>
            <a:r>
              <a:rPr lang="nn-NO" noProof="0" dirty="0"/>
              <a:t> in.</a:t>
            </a:r>
          </a:p>
          <a:p>
            <a:pPr lvl="0"/>
            <a:r>
              <a:rPr lang="nn-NO" noProof="0" dirty="0"/>
              <a:t>Sed id </a:t>
            </a:r>
            <a:r>
              <a:rPr lang="nn-NO" noProof="0" dirty="0" err="1"/>
              <a:t>condimentum</a:t>
            </a:r>
            <a:r>
              <a:rPr lang="nn-NO" noProof="0" dirty="0"/>
              <a:t> </a:t>
            </a:r>
            <a:r>
              <a:rPr lang="nn-NO" noProof="0" dirty="0" err="1"/>
              <a:t>turpis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lobortis</a:t>
            </a:r>
            <a:r>
              <a:rPr lang="nn-NO" noProof="0" dirty="0"/>
              <a:t> </a:t>
            </a:r>
            <a:r>
              <a:rPr lang="nn-NO" noProof="0" dirty="0" err="1"/>
              <a:t>risus</a:t>
            </a:r>
            <a:r>
              <a:rPr lang="nn-NO" noProof="0" dirty="0"/>
              <a:t>. </a:t>
            </a:r>
            <a:r>
              <a:rPr lang="nn-NO" noProof="0" dirty="0" err="1"/>
              <a:t>Phasellus</a:t>
            </a:r>
            <a:r>
              <a:rPr lang="nn-NO" noProof="0" dirty="0"/>
              <a:t> vel urna </a:t>
            </a:r>
            <a:r>
              <a:rPr lang="nn-NO" noProof="0" dirty="0" err="1"/>
              <a:t>dictum</a:t>
            </a:r>
            <a:r>
              <a:rPr lang="nn-NO" noProof="0" dirty="0"/>
              <a:t>, </a:t>
            </a:r>
            <a:r>
              <a:rPr lang="nn-NO" noProof="0" dirty="0" err="1"/>
              <a:t>posuere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 et, </a:t>
            </a:r>
            <a:r>
              <a:rPr lang="nn-NO" noProof="0" dirty="0" err="1"/>
              <a:t>malesuada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. Cras </a:t>
            </a:r>
            <a:r>
              <a:rPr lang="nn-NO" noProof="0" dirty="0" err="1"/>
              <a:t>egestas</a:t>
            </a:r>
            <a:r>
              <a:rPr lang="nn-NO" noProof="0" dirty="0"/>
              <a:t> </a:t>
            </a:r>
            <a:r>
              <a:rPr lang="nn-NO" noProof="0" dirty="0" err="1"/>
              <a:t>consequat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, vel </a:t>
            </a:r>
            <a:r>
              <a:rPr lang="nn-NO" noProof="0" dirty="0" err="1"/>
              <a:t>rutrum</a:t>
            </a:r>
            <a:r>
              <a:rPr lang="nn-NO" noProof="0" dirty="0"/>
              <a:t> </a:t>
            </a:r>
            <a:r>
              <a:rPr lang="nn-NO" noProof="0" dirty="0" err="1"/>
              <a:t>augue</a:t>
            </a:r>
            <a:r>
              <a:rPr lang="nn-NO" noProof="0" dirty="0"/>
              <a:t> </a:t>
            </a:r>
            <a:r>
              <a:rPr lang="nn-NO" noProof="0" dirty="0" err="1"/>
              <a:t>hendreri</a:t>
            </a:r>
            <a:r>
              <a:rPr lang="nn-NO" noProof="0" dirty="0"/>
              <a:t>.</a:t>
            </a:r>
          </a:p>
        </p:txBody>
      </p:sp>
      <p:pic>
        <p:nvPicPr>
          <p:cNvPr id="8" name="Bilde 6" descr="Logo for Vestland fylkeskommune">
            <a:extLst>
              <a:ext uri="{FF2B5EF4-FFF2-40B4-BE49-F238E27FC236}">
                <a16:creationId xmlns:a16="http://schemas.microsoft.com/office/drawing/2014/main" id="{003C86D2-A0C0-4D4A-B6F6-4EEC4BE87C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  <p:sp>
        <p:nvSpPr>
          <p:cNvPr id="9" name="Plassholder for tekst 5"/>
          <p:cNvSpPr>
            <a:spLocks noGrp="1"/>
          </p:cNvSpPr>
          <p:nvPr>
            <p:ph type="body" sz="quarter" idx="20" hasCustomPrompt="1"/>
          </p:nvPr>
        </p:nvSpPr>
        <p:spPr>
          <a:xfrm>
            <a:off x="911225" y="1274688"/>
            <a:ext cx="10381531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Undertittel</a:t>
            </a:r>
          </a:p>
        </p:txBody>
      </p:sp>
    </p:spTree>
    <p:extLst>
      <p:ext uri="{BB962C8B-B14F-4D97-AF65-F5344CB8AC3E}">
        <p14:creationId xmlns:p14="http://schemas.microsoft.com/office/powerpoint/2010/main" val="2814985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ors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e 18">
            <a:extLst>
              <a:ext uri="{FF2B5EF4-FFF2-40B4-BE49-F238E27FC236}">
                <a16:creationId xmlns:a16="http://schemas.microsoft.com/office/drawing/2014/main" id="{1515BDD9-D1B4-4E4A-861D-EDE1CCEEC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652"/>
            <a:ext cx="12192000" cy="6862652"/>
          </a:xfrm>
          <a:prstGeom prst="rect">
            <a:avLst/>
          </a:prstGeom>
        </p:spPr>
      </p:pic>
      <p:sp>
        <p:nvSpPr>
          <p:cNvPr id="16" name="Plassholder for tekst 8">
            <a:extLst>
              <a:ext uri="{FF2B5EF4-FFF2-40B4-BE49-F238E27FC236}">
                <a16:creationId xmlns:a16="http://schemas.microsoft.com/office/drawing/2014/main" id="{A60C8AA2-1499-8444-9FA4-1DFFBBDF80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1859" y="2843219"/>
            <a:ext cx="10358916" cy="103412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72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Tittel</a:t>
            </a:r>
          </a:p>
        </p:txBody>
      </p:sp>
      <p:pic>
        <p:nvPicPr>
          <p:cNvPr id="11" name="Bilde 10" descr="Logo for Vestland fylkeskommune">
            <a:extLst>
              <a:ext uri="{FF2B5EF4-FFF2-40B4-BE49-F238E27FC236}">
                <a16:creationId xmlns:a16="http://schemas.microsoft.com/office/drawing/2014/main" id="{AB07580C-E7E6-874E-9C86-7154C58441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5021" y="370417"/>
            <a:ext cx="2950077" cy="1300442"/>
          </a:xfrm>
          <a:prstGeom prst="rect">
            <a:avLst/>
          </a:prstGeom>
        </p:spPr>
      </p:pic>
      <p:sp>
        <p:nvSpPr>
          <p:cNvPr id="7" name="Plassholder for tekst 8">
            <a:extLst>
              <a:ext uri="{FF2B5EF4-FFF2-40B4-BE49-F238E27FC236}">
                <a16:creationId xmlns:a16="http://schemas.microsoft.com/office/drawing/2014/main" id="{D9220EB2-EC8C-C24D-8AA8-9E6F0E8F1A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1859" y="6172912"/>
            <a:ext cx="6769099" cy="2492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12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xx. </a:t>
            </a:r>
            <a:r>
              <a:rPr lang="en-US" dirty="0" err="1"/>
              <a:t>månad</a:t>
            </a:r>
            <a:r>
              <a:rPr lang="en-US" dirty="0"/>
              <a:t> </a:t>
            </a:r>
            <a:r>
              <a:rPr lang="en-US" dirty="0" err="1"/>
              <a:t>år</a:t>
            </a:r>
            <a:r>
              <a:rPr lang="en-US" dirty="0"/>
              <a:t>, </a:t>
            </a:r>
            <a:r>
              <a:rPr lang="en-US" dirty="0" err="1"/>
              <a:t>namn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samling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stad</a:t>
            </a:r>
            <a:endParaRPr lang="en-US" dirty="0"/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BE435173-C479-4509-B76E-25CBDEE2A4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12350" y="6172912"/>
            <a:ext cx="1368425" cy="249299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12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vestlandfylke.no</a:t>
            </a:r>
          </a:p>
        </p:txBody>
      </p:sp>
    </p:spTree>
    <p:extLst>
      <p:ext uri="{BB962C8B-B14F-4D97-AF65-F5344CB8AC3E}">
        <p14:creationId xmlns:p14="http://schemas.microsoft.com/office/powerpoint/2010/main" val="21626689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side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e 18">
            <a:extLst>
              <a:ext uri="{FF2B5EF4-FFF2-40B4-BE49-F238E27FC236}">
                <a16:creationId xmlns:a16="http://schemas.microsoft.com/office/drawing/2014/main" id="{1515BDD9-D1B4-4E4A-861D-EDE1CCEEC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2652"/>
          </a:xfrm>
          <a:prstGeom prst="rect">
            <a:avLst/>
          </a:prstGeom>
        </p:spPr>
      </p:pic>
      <p:pic>
        <p:nvPicPr>
          <p:cNvPr id="5" name="Bilde 6" descr="Logo for Vestland fylkeskommune">
            <a:extLst>
              <a:ext uri="{FF2B5EF4-FFF2-40B4-BE49-F238E27FC236}">
                <a16:creationId xmlns:a16="http://schemas.microsoft.com/office/drawing/2014/main" id="{1D3B5F7E-5FD9-7E46-9879-C9CD592466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  <p:sp>
        <p:nvSpPr>
          <p:cNvPr id="6" name="Plassholder for tekst 8">
            <a:extLst>
              <a:ext uri="{FF2B5EF4-FFF2-40B4-BE49-F238E27FC236}">
                <a16:creationId xmlns:a16="http://schemas.microsoft.com/office/drawing/2014/main" id="{BAADF178-4BBE-49CE-B9C3-298E3AAB24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1858" y="2433631"/>
            <a:ext cx="10384228" cy="706347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95000"/>
              </a:lnSpc>
              <a:buFontTx/>
              <a:buNone/>
              <a:defRPr sz="42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Kapittelside</a:t>
            </a:r>
          </a:p>
        </p:txBody>
      </p:sp>
    </p:spTree>
    <p:extLst>
      <p:ext uri="{BB962C8B-B14F-4D97-AF65-F5344CB8AC3E}">
        <p14:creationId xmlns:p14="http://schemas.microsoft.com/office/powerpoint/2010/main" val="235767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side_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>
            <a:extLst>
              <a:ext uri="{FF2B5EF4-FFF2-40B4-BE49-F238E27FC236}">
                <a16:creationId xmlns:a16="http://schemas.microsoft.com/office/drawing/2014/main" id="{4E7B972F-EB25-204C-8DB6-496FF02AC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707"/>
          <a:stretch/>
        </p:blipFill>
        <p:spPr>
          <a:xfrm>
            <a:off x="8265" y="0"/>
            <a:ext cx="12183735" cy="6858000"/>
          </a:xfrm>
          <a:prstGeom prst="rect">
            <a:avLst/>
          </a:prstGeom>
        </p:spPr>
      </p:pic>
      <p:sp>
        <p:nvSpPr>
          <p:cNvPr id="16" name="Plassholder for tekst 8">
            <a:extLst>
              <a:ext uri="{FF2B5EF4-FFF2-40B4-BE49-F238E27FC236}">
                <a16:creationId xmlns:a16="http://schemas.microsoft.com/office/drawing/2014/main" id="{A60C8AA2-1499-8444-9FA4-1DFFBBDF80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1858" y="2433631"/>
            <a:ext cx="10375682" cy="706347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95000"/>
              </a:lnSpc>
              <a:buFontTx/>
              <a:buNone/>
              <a:defRPr sz="42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Kapittelside</a:t>
            </a:r>
          </a:p>
        </p:txBody>
      </p:sp>
      <p:pic>
        <p:nvPicPr>
          <p:cNvPr id="5" name="Bilde 6" descr="Logo for Vestland fylkeskommune">
            <a:extLst>
              <a:ext uri="{FF2B5EF4-FFF2-40B4-BE49-F238E27FC236}">
                <a16:creationId xmlns:a16="http://schemas.microsoft.com/office/drawing/2014/main" id="{1D3B5F7E-5FD9-7E46-9879-C9CD592466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115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tingsside - takk for me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e 18">
            <a:extLst>
              <a:ext uri="{FF2B5EF4-FFF2-40B4-BE49-F238E27FC236}">
                <a16:creationId xmlns:a16="http://schemas.microsoft.com/office/drawing/2014/main" id="{1515BDD9-D1B4-4E4A-861D-EDE1CCEEC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2652"/>
          </a:xfrm>
          <a:prstGeom prst="rect">
            <a:avLst/>
          </a:prstGeom>
        </p:spPr>
      </p:pic>
      <p:pic>
        <p:nvPicPr>
          <p:cNvPr id="7" name="Bilde 6" descr="Logo for Vestland fylkeskommune">
            <a:extLst>
              <a:ext uri="{FF2B5EF4-FFF2-40B4-BE49-F238E27FC236}">
                <a16:creationId xmlns:a16="http://schemas.microsoft.com/office/drawing/2014/main" id="{48713986-C327-F649-9219-6FBFF999CE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689BA7D-2DFE-DA40-9CC3-CE4E58792E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1859" y="4026659"/>
            <a:ext cx="6769099" cy="99001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/>
              <a:t>Telefon 05557</a:t>
            </a:r>
            <a:br>
              <a:rPr lang="nn-NO" noProof="0"/>
            </a:br>
            <a:r>
              <a:rPr lang="nn-NO" noProof="0"/>
              <a:t>E-post namn@vlfk.no</a:t>
            </a:r>
            <a:br>
              <a:rPr lang="nn-NO" noProof="0"/>
            </a:br>
            <a:r>
              <a:rPr lang="nn-NO" noProof="0"/>
              <a:t>vestlandfylke.no</a:t>
            </a:r>
          </a:p>
        </p:txBody>
      </p:sp>
      <p:sp>
        <p:nvSpPr>
          <p:cNvPr id="2" name="TekstSylinder 1">
            <a:extLst>
              <a:ext uri="{FF2B5EF4-FFF2-40B4-BE49-F238E27FC236}">
                <a16:creationId xmlns:a16="http://schemas.microsoft.com/office/drawing/2014/main" id="{E9081D83-CFA2-73D3-498E-053A91F664E7}"/>
              </a:ext>
            </a:extLst>
          </p:cNvPr>
          <p:cNvSpPr txBox="1"/>
          <p:nvPr userDrawn="1"/>
        </p:nvSpPr>
        <p:spPr>
          <a:xfrm>
            <a:off x="802800" y="2397600"/>
            <a:ext cx="807474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200">
                <a:latin typeface="+mj-lt"/>
              </a:rPr>
              <a:t>Takk for oss</a:t>
            </a:r>
            <a:endParaRPr lang="nn-NO" sz="9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29769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vsluttingsside - takk for os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e 18">
            <a:extLst>
              <a:ext uri="{FF2B5EF4-FFF2-40B4-BE49-F238E27FC236}">
                <a16:creationId xmlns:a16="http://schemas.microsoft.com/office/drawing/2014/main" id="{1515BDD9-D1B4-4E4A-861D-EDE1CCEEC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2652"/>
          </a:xfrm>
          <a:prstGeom prst="rect">
            <a:avLst/>
          </a:prstGeom>
        </p:spPr>
      </p:pic>
      <p:pic>
        <p:nvPicPr>
          <p:cNvPr id="7" name="Bilde 6" descr="Logo for Vestland fylkeskommune">
            <a:extLst>
              <a:ext uri="{FF2B5EF4-FFF2-40B4-BE49-F238E27FC236}">
                <a16:creationId xmlns:a16="http://schemas.microsoft.com/office/drawing/2014/main" id="{48713986-C327-F649-9219-6FBFF999CE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689BA7D-2DFE-DA40-9CC3-CE4E58792E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1859" y="4026659"/>
            <a:ext cx="6769099" cy="99001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/>
              <a:t>Telefon 05557</a:t>
            </a:r>
            <a:br>
              <a:rPr lang="nn-NO" noProof="0"/>
            </a:br>
            <a:r>
              <a:rPr lang="nn-NO" noProof="0"/>
              <a:t>E-post namn@vlfk.no</a:t>
            </a:r>
            <a:br>
              <a:rPr lang="nn-NO" noProof="0"/>
            </a:br>
            <a:r>
              <a:rPr lang="nn-NO" noProof="0"/>
              <a:t>vestlandfylke.no</a:t>
            </a:r>
          </a:p>
        </p:txBody>
      </p:sp>
      <p:sp>
        <p:nvSpPr>
          <p:cNvPr id="2" name="TekstSylinder 1">
            <a:extLst>
              <a:ext uri="{FF2B5EF4-FFF2-40B4-BE49-F238E27FC236}">
                <a16:creationId xmlns:a16="http://schemas.microsoft.com/office/drawing/2014/main" id="{E9081D83-CFA2-73D3-498E-053A91F664E7}"/>
              </a:ext>
            </a:extLst>
          </p:cNvPr>
          <p:cNvSpPr txBox="1"/>
          <p:nvPr userDrawn="1"/>
        </p:nvSpPr>
        <p:spPr>
          <a:xfrm>
            <a:off x="802800" y="2397600"/>
            <a:ext cx="807474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9200">
                <a:latin typeface="+mj-lt"/>
              </a:rPr>
              <a:t>Takk for meg</a:t>
            </a:r>
            <a:endParaRPr lang="nn-NO" sz="9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55773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 bilete vertik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B7D5345-1863-1C49-8355-1C1C835C74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985164" cy="685799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nb-NO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CDBFC953-DDC5-CF4E-A78F-E171C37412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6835" y="0"/>
            <a:ext cx="5985164" cy="685799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49722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 bilete i toppen og eitt i botn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83A1DB6-0E85-3644-867D-2D4FA61D37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12192000" cy="3429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nb-NO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B7D5345-1863-1C49-8355-1C1C835C74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5985164" cy="3241964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nb-NO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CDBFC953-DDC5-CF4E-A78F-E171C37412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76683" y="1"/>
            <a:ext cx="6015318" cy="3241964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460259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 bilete horisont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83A1DB6-0E85-3644-867D-2D4FA61D37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520966"/>
            <a:ext cx="12192000" cy="3337034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nb-NO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62B6CDD8-F7F9-D043-B149-4A408EBEB5B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33177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893820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ete heil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B7D5345-1863-1C49-8355-1C1C835C748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n-NO" noProof="0" dirty="0"/>
              <a:t>Klikk på ikonet for å sette inn bilete</a:t>
            </a:r>
          </a:p>
        </p:txBody>
      </p:sp>
    </p:spTree>
    <p:extLst>
      <p:ext uri="{BB962C8B-B14F-4D97-AF65-F5344CB8AC3E}">
        <p14:creationId xmlns:p14="http://schemas.microsoft.com/office/powerpoint/2010/main" val="2583919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heils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media 2">
            <a:extLst>
              <a:ext uri="{FF2B5EF4-FFF2-40B4-BE49-F238E27FC236}">
                <a16:creationId xmlns:a16="http://schemas.microsoft.com/office/drawing/2014/main" id="{79AF1ED2-4A68-FDBE-4B0F-B1E52C699011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25638651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heils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diagram 3">
            <a:extLst>
              <a:ext uri="{FF2B5EF4-FFF2-40B4-BE49-F238E27FC236}">
                <a16:creationId xmlns:a16="http://schemas.microsoft.com/office/drawing/2014/main" id="{86ECAA02-12D7-3F26-F91C-39CEB716EA63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1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29371752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media vertik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269F660-D0A4-BD44-B3FC-5E95CE7AFF1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39485" y="315157"/>
            <a:ext cx="3749013" cy="5992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n-NO" noProof="0"/>
              <a:t>Klikk på symbolet til ønska media. Til dømes så trykker du på filmikonet om du ynskjer film på sida eller ikonet for bilete for å sette inn bilete.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98270D3-9121-3C41-94EC-48E50C0A937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6936" y="315157"/>
            <a:ext cx="3749013" cy="5992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n-NO" noProof="0"/>
              <a:t>Klikk på symbolet til ønska media. Til dømes så trykker du på filmikonet om du ynskjer film på sida eller ikonet for bilete for å sette inn bilete.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4B26D93-C44E-064D-90BC-F60113095A9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214388" y="315157"/>
            <a:ext cx="3749013" cy="5992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n-NO" noProof="0"/>
              <a:t>Klikk på symbolet til ønska media. Til dømes så trykker du på filmikonet om du ynskjer film på sida eller ikonet for bilete for å sette inn bilete.</a:t>
            </a:r>
          </a:p>
        </p:txBody>
      </p:sp>
    </p:spTree>
    <p:extLst>
      <p:ext uri="{BB962C8B-B14F-4D97-AF65-F5344CB8AC3E}">
        <p14:creationId xmlns:p14="http://schemas.microsoft.com/office/powerpoint/2010/main" val="24244181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profilbilde x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ssholder for innhold 10">
            <a:extLst>
              <a:ext uri="{FF2B5EF4-FFF2-40B4-BE49-F238E27FC236}">
                <a16:creationId xmlns:a16="http://schemas.microsoft.com/office/drawing/2014/main" id="{99D48276-482E-1945-ADE2-ADEE49552A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225" y="3761184"/>
            <a:ext cx="2266328" cy="142682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None/>
              <a:tabLst/>
              <a:defRPr sz="16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nn-NO" noProof="0"/>
              <a:t>Click to edit Master text styles</a:t>
            </a:r>
          </a:p>
          <a:p>
            <a:pPr lvl="0"/>
            <a:endParaRPr lang="nn-NO" noProof="0"/>
          </a:p>
        </p:txBody>
      </p:sp>
      <p:sp>
        <p:nvSpPr>
          <p:cNvPr id="12" name="Plassholder for innhold 10">
            <a:extLst>
              <a:ext uri="{FF2B5EF4-FFF2-40B4-BE49-F238E27FC236}">
                <a16:creationId xmlns:a16="http://schemas.microsoft.com/office/drawing/2014/main" id="{90D58AD1-53A7-634A-9B14-C87C47B9031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611561" y="3761184"/>
            <a:ext cx="2266328" cy="14268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bg2"/>
              </a:buClr>
              <a:buSzPct val="100000"/>
              <a:buFont typeface="Arial" panose="020B0604020202020204" pitchFamily="34" charset="0"/>
              <a:buNone/>
              <a:defRPr sz="16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n-NO" noProof="0"/>
              <a:t>Klikk for å redigere tekststiler i malen</a:t>
            </a:r>
          </a:p>
        </p:txBody>
      </p:sp>
      <p:sp>
        <p:nvSpPr>
          <p:cNvPr id="14" name="Plassholder for innhold 10">
            <a:extLst>
              <a:ext uri="{FF2B5EF4-FFF2-40B4-BE49-F238E27FC236}">
                <a16:creationId xmlns:a16="http://schemas.microsoft.com/office/drawing/2014/main" id="{00B2CDD0-C24E-7742-92FA-4D1CB9BD237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11899" y="3761184"/>
            <a:ext cx="2266328" cy="14268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bg2"/>
              </a:buClr>
              <a:buSzPct val="100000"/>
              <a:buFont typeface="Arial" panose="020B0604020202020204" pitchFamily="34" charset="0"/>
              <a:buNone/>
              <a:defRPr sz="16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n-NO" noProof="0"/>
              <a:t>Klikk for å redigere tekststiler i malen</a:t>
            </a:r>
          </a:p>
        </p:txBody>
      </p:sp>
      <p:sp>
        <p:nvSpPr>
          <p:cNvPr id="15" name="Plassholder for innhold 10">
            <a:extLst>
              <a:ext uri="{FF2B5EF4-FFF2-40B4-BE49-F238E27FC236}">
                <a16:creationId xmlns:a16="http://schemas.microsoft.com/office/drawing/2014/main" id="{99389EED-16AD-914F-B50D-69D028395D1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10025" y="3761184"/>
            <a:ext cx="2266328" cy="14268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bg2"/>
              </a:buClr>
              <a:buSzPct val="100000"/>
              <a:buFont typeface="Arial" panose="020B0604020202020204" pitchFamily="34" charset="0"/>
              <a:buNone/>
              <a:defRPr sz="16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n-NO" noProof="0"/>
              <a:t>Klikk for å redigere tekststiler i malen</a:t>
            </a:r>
          </a:p>
        </p:txBody>
      </p:sp>
      <p:sp>
        <p:nvSpPr>
          <p:cNvPr id="8" name="Plassholder for bilde 12">
            <a:extLst>
              <a:ext uri="{FF2B5EF4-FFF2-40B4-BE49-F238E27FC236}">
                <a16:creationId xmlns:a16="http://schemas.microsoft.com/office/drawing/2014/main" id="{1405C28A-C703-7E45-8BE1-FB49F63C98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43044" y="1672360"/>
            <a:ext cx="1798014" cy="1801671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 dirty="0"/>
              <a:t>Klikk på ikonet for å legge til et bilde</a:t>
            </a:r>
            <a:endParaRPr lang="en-US" dirty="0"/>
          </a:p>
        </p:txBody>
      </p:sp>
      <p:sp>
        <p:nvSpPr>
          <p:cNvPr id="21" name="Plassholder for bilde 12">
            <a:extLst>
              <a:ext uri="{FF2B5EF4-FFF2-40B4-BE49-F238E27FC236}">
                <a16:creationId xmlns:a16="http://schemas.microsoft.com/office/drawing/2014/main" id="{70485E75-345D-C843-BA29-1EADBE1C6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845718" y="1672360"/>
            <a:ext cx="1798014" cy="1801671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2" name="Plassholder for bilde 12">
            <a:extLst>
              <a:ext uri="{FF2B5EF4-FFF2-40B4-BE49-F238E27FC236}">
                <a16:creationId xmlns:a16="http://schemas.microsoft.com/office/drawing/2014/main" id="{1ACFA19C-DCAB-D34E-8F67-B2CD7088C7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543848" y="1672360"/>
            <a:ext cx="1798014" cy="1801671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 dirty="0"/>
              <a:t>Klikk på ikonet for å legge til et bilde</a:t>
            </a:r>
            <a:endParaRPr lang="en-US" dirty="0"/>
          </a:p>
        </p:txBody>
      </p:sp>
      <p:sp>
        <p:nvSpPr>
          <p:cNvPr id="23" name="Plassholder for bilde 12">
            <a:extLst>
              <a:ext uri="{FF2B5EF4-FFF2-40B4-BE49-F238E27FC236}">
                <a16:creationId xmlns:a16="http://schemas.microsoft.com/office/drawing/2014/main" id="{1CF0B6D4-60E6-174A-A728-51AF6D2B1CD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246520" y="1672360"/>
            <a:ext cx="1798014" cy="1801671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 dirty="0"/>
              <a:t>Klikk på ikonet for å legge til et bilde</a:t>
            </a:r>
            <a:endParaRPr lang="en-US" dirty="0"/>
          </a:p>
        </p:txBody>
      </p:sp>
      <p:sp>
        <p:nvSpPr>
          <p:cNvPr id="18" name="Plassholder for tekst 8">
            <a:extLst>
              <a:ext uri="{FF2B5EF4-FFF2-40B4-BE49-F238E27FC236}">
                <a16:creationId xmlns:a16="http://schemas.microsoft.com/office/drawing/2014/main" id="{394B0F56-9A12-C847-806B-228682A7D3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225" y="727549"/>
            <a:ext cx="10433533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pic>
        <p:nvPicPr>
          <p:cNvPr id="13" name="Bilde 6">
            <a:extLst>
              <a:ext uri="{FF2B5EF4-FFF2-40B4-BE49-F238E27FC236}">
                <a16:creationId xmlns:a16="http://schemas.microsoft.com/office/drawing/2014/main" id="{DF3C68BA-B43B-EB45-9052-2EC2F0D9F5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460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side_Bilete til høgre. Blå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91438" y="-1"/>
            <a:ext cx="4500562" cy="6876000"/>
          </a:xfrm>
          <a:prstGeom prst="rect">
            <a:avLst/>
          </a:prstGeom>
        </p:spPr>
        <p:txBody>
          <a:bodyPr wrap="none" tIns="2880000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 dirty="0"/>
              <a:t>Klikk på ikonet for å </a:t>
            </a:r>
            <a:r>
              <a:rPr lang="nb-NO" dirty="0" err="1"/>
              <a:t>leggje</a:t>
            </a:r>
            <a:r>
              <a:rPr lang="nb-NO" dirty="0"/>
              <a:t> til </a:t>
            </a:r>
            <a:r>
              <a:rPr lang="nb-NO" dirty="0" err="1"/>
              <a:t>eit</a:t>
            </a:r>
            <a:r>
              <a:rPr lang="nb-NO" dirty="0"/>
              <a:t> </a:t>
            </a:r>
            <a:r>
              <a:rPr lang="nb-NO" dirty="0" err="1"/>
              <a:t>bilete</a:t>
            </a:r>
            <a:endParaRPr lang="en-US" dirty="0"/>
          </a:p>
        </p:txBody>
      </p:sp>
      <p:sp>
        <p:nvSpPr>
          <p:cNvPr id="8" name="Plassholder for tekst 8">
            <a:extLst>
              <a:ext uri="{FF2B5EF4-FFF2-40B4-BE49-F238E27FC236}">
                <a16:creationId xmlns:a16="http://schemas.microsoft.com/office/drawing/2014/main" id="{161E82D1-C121-5646-B778-09D41B7E92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6" y="727549"/>
            <a:ext cx="5868987" cy="380104"/>
          </a:xfrm>
          <a:prstGeom prst="rect">
            <a:avLst/>
          </a:prstGeom>
        </p:spPr>
        <p:txBody>
          <a:bodyPr wrap="square" lIns="90000" rIns="0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22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 som seier noko om sitatet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2454231-6501-3449-B8F1-1516AD0231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6" y="1046246"/>
            <a:ext cx="5868988" cy="350481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 dirty="0"/>
              <a:t>Undertittel</a:t>
            </a:r>
          </a:p>
        </p:txBody>
      </p:sp>
      <p:sp>
        <p:nvSpPr>
          <p:cNvPr id="18" name="Plassholder for tekst 8">
            <a:extLst>
              <a:ext uri="{FF2B5EF4-FFF2-40B4-BE49-F238E27FC236}">
                <a16:creationId xmlns:a16="http://schemas.microsoft.com/office/drawing/2014/main" id="{034156BC-892D-AF41-9FBF-430F887DDE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1984" y="4604359"/>
            <a:ext cx="5868987" cy="253531"/>
          </a:xfrm>
          <a:prstGeom prst="rect">
            <a:avLst/>
          </a:prstGeom>
        </p:spPr>
        <p:txBody>
          <a:bodyPr wrap="square" lIns="90000" rIns="0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12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n-NO" noProof="0"/>
              <a:t>Namn, stilling</a:t>
            </a:r>
          </a:p>
        </p:txBody>
      </p:sp>
      <p:sp>
        <p:nvSpPr>
          <p:cNvPr id="14" name="Plassholder for tekst 8">
            <a:extLst>
              <a:ext uri="{FF2B5EF4-FFF2-40B4-BE49-F238E27FC236}">
                <a16:creationId xmlns:a16="http://schemas.microsoft.com/office/drawing/2014/main" id="{718AF351-1DA8-D240-8B6F-490C7850FC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226" y="2782624"/>
            <a:ext cx="5868987" cy="1754326"/>
          </a:xfrm>
          <a:prstGeom prst="rect">
            <a:avLst/>
          </a:prstGeom>
        </p:spPr>
        <p:txBody>
          <a:bodyPr wrap="square" lIns="90000" rIns="0" anchor="b" anchorCtr="0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27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«Lorem </a:t>
            </a:r>
            <a:r>
              <a:rPr lang="nn-NO" noProof="0" dirty="0" err="1"/>
              <a:t>ipsum</a:t>
            </a:r>
            <a:r>
              <a:rPr lang="nn-NO" noProof="0" dirty="0"/>
              <a:t> </a:t>
            </a:r>
            <a:r>
              <a:rPr lang="nn-NO" noProof="0" dirty="0" err="1"/>
              <a:t>dolor</a:t>
            </a:r>
            <a:r>
              <a:rPr lang="nn-NO" noProof="0" dirty="0"/>
              <a:t> sit </a:t>
            </a:r>
            <a:r>
              <a:rPr lang="nn-NO" noProof="0" dirty="0" err="1"/>
              <a:t>amet</a:t>
            </a:r>
            <a:r>
              <a:rPr lang="nn-NO" noProof="0" dirty="0"/>
              <a:t>, </a:t>
            </a:r>
            <a:r>
              <a:rPr lang="nn-NO" noProof="0" dirty="0" err="1"/>
              <a:t>consectetur</a:t>
            </a:r>
            <a:r>
              <a:rPr lang="nn-NO" noProof="0" dirty="0"/>
              <a:t> </a:t>
            </a:r>
            <a:r>
              <a:rPr lang="nn-NO" noProof="0" dirty="0" err="1"/>
              <a:t>adipiscing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. In </a:t>
            </a:r>
            <a:r>
              <a:rPr lang="nn-NO" noProof="0" dirty="0" err="1"/>
              <a:t>congue</a:t>
            </a:r>
            <a:r>
              <a:rPr lang="nn-NO" noProof="0" dirty="0"/>
              <a:t> urna </a:t>
            </a:r>
            <a:r>
              <a:rPr lang="nn-NO" noProof="0" dirty="0" err="1"/>
              <a:t>tortor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accumsan</a:t>
            </a:r>
            <a:r>
              <a:rPr lang="nn-NO" noProof="0" dirty="0"/>
              <a:t> mi </a:t>
            </a:r>
            <a:r>
              <a:rPr lang="nn-NO" noProof="0" dirty="0" err="1"/>
              <a:t>viverra</a:t>
            </a:r>
            <a:r>
              <a:rPr lang="nn-NO" noProof="0" dirty="0"/>
              <a:t> in.»</a:t>
            </a:r>
          </a:p>
        </p:txBody>
      </p:sp>
      <p:pic>
        <p:nvPicPr>
          <p:cNvPr id="11" name="Bilde 6" descr="Logo for Vestland fylkeskommune">
            <a:extLst>
              <a:ext uri="{FF2B5EF4-FFF2-40B4-BE49-F238E27FC236}">
                <a16:creationId xmlns:a16="http://schemas.microsoft.com/office/drawing/2014/main" id="{B7C8BDF8-B76E-2545-A5EF-6580D2150B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7745" y="5785128"/>
            <a:ext cx="2000857" cy="8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360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side. Blå bakgrunn med logo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8">
            <a:extLst>
              <a:ext uri="{FF2B5EF4-FFF2-40B4-BE49-F238E27FC236}">
                <a16:creationId xmlns:a16="http://schemas.microsoft.com/office/drawing/2014/main" id="{901A4653-38C0-9944-8D35-959C925B5E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6" y="727549"/>
            <a:ext cx="5868987" cy="380104"/>
          </a:xfrm>
          <a:prstGeom prst="rect">
            <a:avLst/>
          </a:prstGeom>
        </p:spPr>
        <p:txBody>
          <a:bodyPr wrap="square" lIns="90000" rIns="0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22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 som seier noko om sitatet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042E74C-976C-894C-AAC7-488ED63DBA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6" y="1046246"/>
            <a:ext cx="5868988" cy="350481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/>
              <a:t>Undertittel</a:t>
            </a:r>
          </a:p>
        </p:txBody>
      </p:sp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802E6427-24CC-904E-835F-BF35D1B05C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1984" y="4604359"/>
            <a:ext cx="5868987" cy="253531"/>
          </a:xfrm>
          <a:prstGeom prst="rect">
            <a:avLst/>
          </a:prstGeom>
        </p:spPr>
        <p:txBody>
          <a:bodyPr wrap="square" lIns="90000" rIns="0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12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n-NO" noProof="0"/>
              <a:t>Namn, stilling</a:t>
            </a:r>
          </a:p>
        </p:txBody>
      </p:sp>
      <p:sp>
        <p:nvSpPr>
          <p:cNvPr id="13" name="Plassholder for tekst 8">
            <a:extLst>
              <a:ext uri="{FF2B5EF4-FFF2-40B4-BE49-F238E27FC236}">
                <a16:creationId xmlns:a16="http://schemas.microsoft.com/office/drawing/2014/main" id="{C0702D26-39C7-A04E-A62A-AAE0EB50C4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226" y="3198122"/>
            <a:ext cx="8569324" cy="1338828"/>
          </a:xfrm>
          <a:prstGeom prst="rect">
            <a:avLst/>
          </a:prstGeom>
        </p:spPr>
        <p:txBody>
          <a:bodyPr wrap="square" lIns="90000" rIns="0" anchor="b" anchorCtr="0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27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«Lorem ipsum dolor sit amet, consectetur adipiscing elit. In congue urna tortor, quis accumsan mi viverra.»</a:t>
            </a:r>
          </a:p>
        </p:txBody>
      </p:sp>
      <p:pic>
        <p:nvPicPr>
          <p:cNvPr id="8" name="Bilde 6" descr="Logo for Vestland fylkeskommune">
            <a:extLst>
              <a:ext uri="{FF2B5EF4-FFF2-40B4-BE49-F238E27FC236}">
                <a16:creationId xmlns:a16="http://schemas.microsoft.com/office/drawing/2014/main" id="{6B7FA8CA-D28C-CD40-AFE7-17E126565C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462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side_Bilete til høgre. Blå bakgrunn utan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91438" y="-1"/>
            <a:ext cx="4500562" cy="6876000"/>
          </a:xfrm>
          <a:prstGeom prst="rect">
            <a:avLst/>
          </a:prstGeom>
        </p:spPr>
        <p:txBody>
          <a:bodyPr wrap="none" tIns="2880000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 dirty="0"/>
              <a:t>Klikk på ikonet for å </a:t>
            </a:r>
            <a:r>
              <a:rPr lang="nb-NO" dirty="0" err="1"/>
              <a:t>leggje</a:t>
            </a:r>
            <a:r>
              <a:rPr lang="nb-NO" dirty="0"/>
              <a:t> til </a:t>
            </a:r>
            <a:r>
              <a:rPr lang="nb-NO" dirty="0" err="1"/>
              <a:t>eit</a:t>
            </a:r>
            <a:r>
              <a:rPr lang="nb-NO" dirty="0"/>
              <a:t> </a:t>
            </a:r>
            <a:r>
              <a:rPr lang="nb-NO" dirty="0" err="1"/>
              <a:t>bilete</a:t>
            </a:r>
            <a:endParaRPr lang="en-US" dirty="0"/>
          </a:p>
        </p:txBody>
      </p:sp>
      <p:sp>
        <p:nvSpPr>
          <p:cNvPr id="8" name="Plassholder for tekst 8">
            <a:extLst>
              <a:ext uri="{FF2B5EF4-FFF2-40B4-BE49-F238E27FC236}">
                <a16:creationId xmlns:a16="http://schemas.microsoft.com/office/drawing/2014/main" id="{161E82D1-C121-5646-B778-09D41B7E92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6" y="727549"/>
            <a:ext cx="5868987" cy="380104"/>
          </a:xfrm>
          <a:prstGeom prst="rect">
            <a:avLst/>
          </a:prstGeom>
        </p:spPr>
        <p:txBody>
          <a:bodyPr wrap="square" lIns="90000" rIns="0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22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 som seier noko om sitatet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2454231-6501-3449-B8F1-1516AD0231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6" y="1046246"/>
            <a:ext cx="5868988" cy="350481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/>
              <a:t>Undertittel</a:t>
            </a:r>
          </a:p>
        </p:txBody>
      </p:sp>
      <p:sp>
        <p:nvSpPr>
          <p:cNvPr id="18" name="Plassholder for tekst 8">
            <a:extLst>
              <a:ext uri="{FF2B5EF4-FFF2-40B4-BE49-F238E27FC236}">
                <a16:creationId xmlns:a16="http://schemas.microsoft.com/office/drawing/2014/main" id="{034156BC-892D-AF41-9FBF-430F887DDE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1984" y="4604359"/>
            <a:ext cx="5868987" cy="253531"/>
          </a:xfrm>
          <a:prstGeom prst="rect">
            <a:avLst/>
          </a:prstGeom>
        </p:spPr>
        <p:txBody>
          <a:bodyPr wrap="square" lIns="90000" rIns="0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12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n-NO" noProof="0"/>
              <a:t>Namn, stilling</a:t>
            </a:r>
          </a:p>
        </p:txBody>
      </p:sp>
      <p:sp>
        <p:nvSpPr>
          <p:cNvPr id="14" name="Plassholder for tekst 8">
            <a:extLst>
              <a:ext uri="{FF2B5EF4-FFF2-40B4-BE49-F238E27FC236}">
                <a16:creationId xmlns:a16="http://schemas.microsoft.com/office/drawing/2014/main" id="{718AF351-1DA8-D240-8B6F-490C7850FC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226" y="2782624"/>
            <a:ext cx="5868987" cy="1754326"/>
          </a:xfrm>
          <a:prstGeom prst="rect">
            <a:avLst/>
          </a:prstGeom>
        </p:spPr>
        <p:txBody>
          <a:bodyPr wrap="square" lIns="90000" rIns="0" anchor="b" anchorCtr="0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27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«Lorem ipsum dolor sit amet, consectetur adipiscing elit. In congue urna tortor, quis accumsan mi viverra in.»</a:t>
            </a:r>
          </a:p>
        </p:txBody>
      </p:sp>
    </p:spTree>
    <p:extLst>
      <p:ext uri="{BB962C8B-B14F-4D97-AF65-F5344CB8AC3E}">
        <p14:creationId xmlns:p14="http://schemas.microsoft.com/office/powerpoint/2010/main" val="22356604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side. Blå bakgrunn utan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8">
            <a:extLst>
              <a:ext uri="{FF2B5EF4-FFF2-40B4-BE49-F238E27FC236}">
                <a16:creationId xmlns:a16="http://schemas.microsoft.com/office/drawing/2014/main" id="{901A4653-38C0-9944-8D35-959C925B5E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6" y="727549"/>
            <a:ext cx="5868987" cy="380104"/>
          </a:xfrm>
          <a:prstGeom prst="rect">
            <a:avLst/>
          </a:prstGeom>
        </p:spPr>
        <p:txBody>
          <a:bodyPr wrap="square" lIns="90000" rIns="0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22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 som seier noko om sitatet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042E74C-976C-894C-AAC7-488ED63DBA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6" y="1046246"/>
            <a:ext cx="5868988" cy="350481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/>
              <a:t>Undertittel</a:t>
            </a:r>
          </a:p>
        </p:txBody>
      </p:sp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802E6427-24CC-904E-835F-BF35D1B05C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1984" y="4604359"/>
            <a:ext cx="5868987" cy="253531"/>
          </a:xfrm>
          <a:prstGeom prst="rect">
            <a:avLst/>
          </a:prstGeom>
        </p:spPr>
        <p:txBody>
          <a:bodyPr wrap="square" lIns="90000" rIns="0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12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n-NO" noProof="0"/>
              <a:t>Namn, stilling</a:t>
            </a:r>
          </a:p>
        </p:txBody>
      </p:sp>
      <p:sp>
        <p:nvSpPr>
          <p:cNvPr id="13" name="Plassholder for tekst 8">
            <a:extLst>
              <a:ext uri="{FF2B5EF4-FFF2-40B4-BE49-F238E27FC236}">
                <a16:creationId xmlns:a16="http://schemas.microsoft.com/office/drawing/2014/main" id="{C0702D26-39C7-A04E-A62A-AAE0EB50C4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226" y="3198122"/>
            <a:ext cx="8569324" cy="1338828"/>
          </a:xfrm>
          <a:prstGeom prst="rect">
            <a:avLst/>
          </a:prstGeom>
        </p:spPr>
        <p:txBody>
          <a:bodyPr wrap="square" lIns="90000" rIns="0" anchor="b" anchorCtr="0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27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«Lorem ipsum dolor sit amet, consectetur adipiscing elit. In congue urna tortor, quis accumsan mi viverra.»</a:t>
            </a:r>
          </a:p>
        </p:txBody>
      </p:sp>
    </p:spTree>
    <p:extLst>
      <p:ext uri="{BB962C8B-B14F-4D97-AF65-F5344CB8AC3E}">
        <p14:creationId xmlns:p14="http://schemas.microsoft.com/office/powerpoint/2010/main" val="26920561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side. Bilete i bakgrunn utan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6857999"/>
          </a:xfrm>
          <a:prstGeom prst="rect">
            <a:avLst/>
          </a:prstGeom>
        </p:spPr>
        <p:txBody>
          <a:bodyPr tIns="3744000" rIns="2880000"/>
          <a:lstStyle>
            <a:lvl1pPr marL="0" indent="0" algn="r">
              <a:buNone/>
              <a:defRPr sz="1600"/>
            </a:lvl1pPr>
          </a:lstStyle>
          <a:p>
            <a:r>
              <a:rPr lang="nb-NO" dirty="0"/>
              <a:t>Klikk på ikonet for å </a:t>
            </a:r>
            <a:r>
              <a:rPr lang="nb-NO" dirty="0" err="1"/>
              <a:t>leggje</a:t>
            </a:r>
            <a:r>
              <a:rPr lang="nb-NO" dirty="0"/>
              <a:t> til </a:t>
            </a:r>
            <a:r>
              <a:rPr lang="nb-NO" dirty="0" err="1"/>
              <a:t>eit</a:t>
            </a:r>
            <a:r>
              <a:rPr lang="nb-NO" dirty="0"/>
              <a:t> </a:t>
            </a:r>
            <a:r>
              <a:rPr lang="nb-NO" dirty="0" err="1"/>
              <a:t>bilete</a:t>
            </a:r>
            <a:endParaRPr lang="en-US" dirty="0"/>
          </a:p>
        </p:txBody>
      </p:sp>
      <p:sp>
        <p:nvSpPr>
          <p:cNvPr id="6" name="Plassholder for tekst 8">
            <a:extLst>
              <a:ext uri="{FF2B5EF4-FFF2-40B4-BE49-F238E27FC236}">
                <a16:creationId xmlns:a16="http://schemas.microsoft.com/office/drawing/2014/main" id="{BDB49DAF-7A6D-7E48-8633-20D3E9FB23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1984" y="4604359"/>
            <a:ext cx="4373916" cy="249299"/>
          </a:xfrm>
          <a:prstGeom prst="rect">
            <a:avLst/>
          </a:prstGeom>
        </p:spPr>
        <p:txBody>
          <a:bodyPr wrap="square" lIns="90000" rIns="0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12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n-NO" noProof="0"/>
              <a:t>Namn, stilling</a:t>
            </a:r>
          </a:p>
        </p:txBody>
      </p:sp>
      <p:sp>
        <p:nvSpPr>
          <p:cNvPr id="7" name="Plassholder for tekst 8">
            <a:extLst>
              <a:ext uri="{FF2B5EF4-FFF2-40B4-BE49-F238E27FC236}">
                <a16:creationId xmlns:a16="http://schemas.microsoft.com/office/drawing/2014/main" id="{44B440FD-E12F-AB4E-B103-B588002528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226" y="2367125"/>
            <a:ext cx="4384674" cy="2169825"/>
          </a:xfrm>
          <a:prstGeom prst="rect">
            <a:avLst/>
          </a:prstGeom>
        </p:spPr>
        <p:txBody>
          <a:bodyPr wrap="square" lIns="90000" rIns="0" anchor="b" anchorCtr="0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sz="27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«Lorem ipsum dolor sit amet, consectetur adipiscing elit. In congue urna tortor, quis accumsan mi viverr.»</a:t>
            </a:r>
          </a:p>
        </p:txBody>
      </p:sp>
    </p:spTree>
    <p:extLst>
      <p:ext uri="{BB962C8B-B14F-4D97-AF65-F5344CB8AC3E}">
        <p14:creationId xmlns:p14="http://schemas.microsoft.com/office/powerpoint/2010/main" val="36074046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ide med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6" descr="Logo for Vestland fylkeskommune">
            <a:extLst>
              <a:ext uri="{FF2B5EF4-FFF2-40B4-BE49-F238E27FC236}">
                <a16:creationId xmlns:a16="http://schemas.microsoft.com/office/drawing/2014/main" id="{9AF97ABF-7395-8046-B136-2E1ECCA682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7685" y="5785128"/>
            <a:ext cx="2000857" cy="88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652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1866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ide. Svart.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8">
            <a:extLst>
              <a:ext uri="{FF2B5EF4-FFF2-40B4-BE49-F238E27FC236}">
                <a16:creationId xmlns:a16="http://schemas.microsoft.com/office/drawing/2014/main" id="{92CE7672-CA1B-3E49-C782-ADE615A20C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6" y="727549"/>
            <a:ext cx="10617316" cy="6678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4400" b="0" i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Tittel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704151F-7D92-25A9-85BA-A73F4E33FD2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11224" y="1675375"/>
            <a:ext cx="10617315" cy="480131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n-NO" noProof="0" dirty="0"/>
              <a:t>Legg til tekst, tabell eller diagram her</a:t>
            </a:r>
          </a:p>
        </p:txBody>
      </p:sp>
    </p:spTree>
    <p:extLst>
      <p:ext uri="{BB962C8B-B14F-4D97-AF65-F5344CB8AC3E}">
        <p14:creationId xmlns:p14="http://schemas.microsoft.com/office/powerpoint/2010/main" val="41097295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t bilete til venstre. Tittel, undertittel og tekst i punk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500562" cy="6857999"/>
          </a:xfrm>
          <a:prstGeom prst="rect">
            <a:avLst/>
          </a:prstGeom>
        </p:spPr>
        <p:txBody>
          <a:bodyPr tIns="2160000" anchor="t" anchorCtr="0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EAE5B8DA-6811-1C4B-AAA3-70C7520486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2547" y="727549"/>
            <a:ext cx="5963910" cy="563231"/>
          </a:xfrm>
          <a:prstGeom prst="rect">
            <a:avLst/>
          </a:prstGeom>
        </p:spPr>
        <p:txBody>
          <a:bodyPr wrap="square" rIns="0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sp>
        <p:nvSpPr>
          <p:cNvPr id="6" name="Plassholder for tekst 5"/>
          <p:cNvSpPr>
            <a:spLocks noGrp="1"/>
          </p:cNvSpPr>
          <p:nvPr>
            <p:ph type="body" sz="quarter" idx="18" hasCustomPrompt="1"/>
          </p:nvPr>
        </p:nvSpPr>
        <p:spPr>
          <a:xfrm>
            <a:off x="5422545" y="1266966"/>
            <a:ext cx="5963911" cy="41056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Undertittel</a:t>
            </a:r>
          </a:p>
        </p:txBody>
      </p:sp>
      <p:sp>
        <p:nvSpPr>
          <p:cNvPr id="2" name="Plassholder for tekst 2">
            <a:extLst>
              <a:ext uri="{FF2B5EF4-FFF2-40B4-BE49-F238E27FC236}">
                <a16:creationId xmlns:a16="http://schemas.microsoft.com/office/drawing/2014/main" id="{4FE551EB-B951-F301-0C3B-E2F56B6A76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22545" y="2199034"/>
            <a:ext cx="5953025" cy="338427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41580706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ete til venstre. Tittel, undertittel og tekst i punk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311900" cy="6857999"/>
          </a:xfrm>
          <a:prstGeom prst="rect">
            <a:avLst/>
          </a:prstGeom>
        </p:spPr>
        <p:txBody>
          <a:bodyPr tIns="2160000" anchor="t" anchorCtr="0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0" name="Plassholder for tekst 8">
            <a:extLst>
              <a:ext uri="{FF2B5EF4-FFF2-40B4-BE49-F238E27FC236}">
                <a16:creationId xmlns:a16="http://schemas.microsoft.com/office/drawing/2014/main" id="{BEC4CE19-3638-434F-B816-87A541484E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30269" y="727549"/>
            <a:ext cx="4145302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sp>
        <p:nvSpPr>
          <p:cNvPr id="7" name="Plassholder for tekst 5"/>
          <p:cNvSpPr>
            <a:spLocks noGrp="1"/>
          </p:cNvSpPr>
          <p:nvPr>
            <p:ph type="body" sz="quarter" idx="18" hasCustomPrompt="1"/>
          </p:nvPr>
        </p:nvSpPr>
        <p:spPr>
          <a:xfrm>
            <a:off x="7230270" y="1274688"/>
            <a:ext cx="4145302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/>
              <a:t>Undertittel</a:t>
            </a:r>
          </a:p>
        </p:txBody>
      </p:sp>
      <p:sp>
        <p:nvSpPr>
          <p:cNvPr id="2" name="Plassholder for tekst 2">
            <a:extLst>
              <a:ext uri="{FF2B5EF4-FFF2-40B4-BE49-F238E27FC236}">
                <a16:creationId xmlns:a16="http://schemas.microsoft.com/office/drawing/2014/main" id="{C9732216-69FB-C636-2E6A-8780F5EB68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30267" y="2199034"/>
            <a:ext cx="4145303" cy="338427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10674039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bilete til venstre. Tittel, undertittel og tekst i punk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500562" cy="3428999"/>
          </a:xfrm>
          <a:prstGeom prst="rect">
            <a:avLst/>
          </a:prstGeom>
        </p:spPr>
        <p:txBody>
          <a:bodyPr tIns="540000" anchor="t" anchorCtr="0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7" name="Plassholder for bilde 12">
            <a:extLst>
              <a:ext uri="{FF2B5EF4-FFF2-40B4-BE49-F238E27FC236}">
                <a16:creationId xmlns:a16="http://schemas.microsoft.com/office/drawing/2014/main" id="{CD1BD95F-B24B-6342-913C-6ED533D46A1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429001"/>
            <a:ext cx="4500562" cy="3428999"/>
          </a:xfrm>
          <a:prstGeom prst="rect">
            <a:avLst/>
          </a:prstGeom>
        </p:spPr>
        <p:txBody>
          <a:bodyPr tIns="540000" anchor="t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4" name="Plassholder for tekst 8">
            <a:extLst>
              <a:ext uri="{FF2B5EF4-FFF2-40B4-BE49-F238E27FC236}">
                <a16:creationId xmlns:a16="http://schemas.microsoft.com/office/drawing/2014/main" id="{BBAC5024-7716-A34B-A73F-22267550FB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11788" y="727549"/>
            <a:ext cx="5996441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sp>
        <p:nvSpPr>
          <p:cNvPr id="9" name="Plassholder for tekst 5"/>
          <p:cNvSpPr>
            <a:spLocks noGrp="1"/>
          </p:cNvSpPr>
          <p:nvPr>
            <p:ph type="body" sz="quarter" idx="19" hasCustomPrompt="1"/>
          </p:nvPr>
        </p:nvSpPr>
        <p:spPr>
          <a:xfrm>
            <a:off x="5411788" y="1274688"/>
            <a:ext cx="5996441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/>
              <a:t>Undertittel</a:t>
            </a:r>
          </a:p>
        </p:txBody>
      </p:sp>
      <p:sp>
        <p:nvSpPr>
          <p:cNvPr id="2" name="Plassholder for tekst 2">
            <a:extLst>
              <a:ext uri="{FF2B5EF4-FFF2-40B4-BE49-F238E27FC236}">
                <a16:creationId xmlns:a16="http://schemas.microsoft.com/office/drawing/2014/main" id="{A8780633-1295-0560-7DCC-4F164A5FB6E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11789" y="2199034"/>
            <a:ext cx="5963782" cy="393141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n-NO" noProof="0"/>
              <a:t>Klikk for å redigere tekststiler i malen</a:t>
            </a:r>
          </a:p>
          <a:p>
            <a:pPr lvl="1"/>
            <a:r>
              <a:rPr lang="nn-NO" noProof="0"/>
              <a:t>Andre nivå</a:t>
            </a:r>
          </a:p>
          <a:p>
            <a:pPr lvl="2"/>
            <a:r>
              <a:rPr lang="nn-NO" noProof="0"/>
              <a:t>Tredje nivå</a:t>
            </a:r>
          </a:p>
          <a:p>
            <a:pPr lvl="3"/>
            <a:r>
              <a:rPr lang="nn-NO" noProof="0"/>
              <a:t>Fjerde nivå</a:t>
            </a:r>
          </a:p>
          <a:p>
            <a:pPr lvl="4"/>
            <a:r>
              <a:rPr lang="nn-NO" noProof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8821068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ete til venstre. Tekst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aldar for bilete 5">
            <a:extLst>
              <a:ext uri="{FF2B5EF4-FFF2-40B4-BE49-F238E27FC236}">
                <a16:creationId xmlns:a16="http://schemas.microsoft.com/office/drawing/2014/main" id="{359CE3AF-C07E-2B96-A7EF-A5485B5331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887913" cy="6858000"/>
          </a:xfrm>
        </p:spPr>
        <p:txBody>
          <a:bodyPr/>
          <a:lstStyle/>
          <a:p>
            <a:endParaRPr lang="nn-NO"/>
          </a:p>
        </p:txBody>
      </p:sp>
      <p:sp>
        <p:nvSpPr>
          <p:cNvPr id="4" name="Plasshaldar for tekst 3">
            <a:extLst>
              <a:ext uri="{FF2B5EF4-FFF2-40B4-BE49-F238E27FC236}">
                <a16:creationId xmlns:a16="http://schemas.microsoft.com/office/drawing/2014/main" id="{05D0A25E-C2F9-5860-BB3C-C6DBC68251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16968" y="2838069"/>
            <a:ext cx="5508594" cy="590931"/>
          </a:xfrm>
        </p:spPr>
        <p:txBody>
          <a:bodyPr anchor="ctr" anchorCtr="0">
            <a:spAutoFit/>
          </a:bodyPr>
          <a:lstStyle>
            <a:lvl1pPr marL="0" indent="0">
              <a:buNone/>
              <a:defRPr sz="36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n-NO" noProof="0" dirty="0"/>
              <a:t>Klikk for å redigere</a:t>
            </a:r>
          </a:p>
        </p:txBody>
      </p:sp>
    </p:spTree>
    <p:extLst>
      <p:ext uri="{BB962C8B-B14F-4D97-AF65-F5344CB8AC3E}">
        <p14:creationId xmlns:p14="http://schemas.microsoft.com/office/powerpoint/2010/main" val="40149844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bilete til venstre. Tekst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aldar for bilete 3">
            <a:extLst>
              <a:ext uri="{FF2B5EF4-FFF2-40B4-BE49-F238E27FC236}">
                <a16:creationId xmlns:a16="http://schemas.microsoft.com/office/drawing/2014/main" id="{7379AA69-1990-7CAE-F21E-A333870255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3175"/>
            <a:ext cx="6889750" cy="6861175"/>
          </a:xfrm>
        </p:spPr>
        <p:txBody>
          <a:bodyPr/>
          <a:lstStyle/>
          <a:p>
            <a:endParaRPr lang="nn-NO"/>
          </a:p>
        </p:txBody>
      </p:sp>
      <p:sp>
        <p:nvSpPr>
          <p:cNvPr id="2" name="Plasshaldar for tekst 3">
            <a:extLst>
              <a:ext uri="{FF2B5EF4-FFF2-40B4-BE49-F238E27FC236}">
                <a16:creationId xmlns:a16="http://schemas.microsoft.com/office/drawing/2014/main" id="{648FD8B1-203D-4746-093F-38F32CA109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1328" y="2448683"/>
            <a:ext cx="3684234" cy="978729"/>
          </a:xfrm>
        </p:spPr>
        <p:txBody>
          <a:bodyPr anchor="ctr" anchorCtr="0">
            <a:sp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n-NO" noProof="0" dirty="0"/>
              <a:t>Klikk for å redigere</a:t>
            </a:r>
          </a:p>
        </p:txBody>
      </p:sp>
    </p:spTree>
    <p:extLst>
      <p:ext uri="{BB962C8B-B14F-4D97-AF65-F5344CB8AC3E}">
        <p14:creationId xmlns:p14="http://schemas.microsoft.com/office/powerpoint/2010/main" val="20253090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gande stort bilete til venstre. Tekst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aldar for bilete 2">
            <a:extLst>
              <a:ext uri="{FF2B5EF4-FFF2-40B4-BE49-F238E27FC236}">
                <a16:creationId xmlns:a16="http://schemas.microsoft.com/office/drawing/2014/main" id="{5FF5003D-84ED-0D03-10F4-D8A9D4A0776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2250" y="679450"/>
            <a:ext cx="8255000" cy="5499100"/>
          </a:xfrm>
        </p:spPr>
        <p:txBody>
          <a:bodyPr/>
          <a:lstStyle/>
          <a:p>
            <a:endParaRPr lang="nn-NO"/>
          </a:p>
        </p:txBody>
      </p:sp>
      <p:sp>
        <p:nvSpPr>
          <p:cNvPr id="4" name="Plasshaldar for tekst 3">
            <a:extLst>
              <a:ext uri="{FF2B5EF4-FFF2-40B4-BE49-F238E27FC236}">
                <a16:creationId xmlns:a16="http://schemas.microsoft.com/office/drawing/2014/main" id="{712EBC04-B7EB-B7A5-D192-AE95DF25D9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50784" y="2569557"/>
            <a:ext cx="2374777" cy="867930"/>
          </a:xfrm>
        </p:spPr>
        <p:txBody>
          <a:bodyPr anchor="ctr" anchorCtr="0">
            <a:spAutoFit/>
          </a:bodyPr>
          <a:lstStyle>
            <a:lvl1pPr marL="0" indent="0">
              <a:buNone/>
              <a:defRPr sz="28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n-NO" dirty="0"/>
              <a:t>Klikk for å redigere</a:t>
            </a:r>
          </a:p>
        </p:txBody>
      </p:sp>
    </p:spTree>
    <p:extLst>
      <p:ext uri="{BB962C8B-B14F-4D97-AF65-F5344CB8AC3E}">
        <p14:creationId xmlns:p14="http://schemas.microsoft.com/office/powerpoint/2010/main" val="38032401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til venstre. Tekst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8B7BF6-D84E-A440-BDFA-A8EB4D781B0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symbolet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ønska</a:t>
            </a:r>
            <a:r>
              <a:rPr lang="en-GB" dirty="0"/>
              <a:t> media.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dømes</a:t>
            </a:r>
            <a:r>
              <a:rPr lang="en-GB" dirty="0"/>
              <a:t> </a:t>
            </a:r>
            <a:r>
              <a:rPr lang="en-GB" dirty="0" err="1"/>
              <a:t>så</a:t>
            </a:r>
            <a:r>
              <a:rPr lang="en-GB" dirty="0"/>
              <a:t> </a:t>
            </a:r>
            <a:r>
              <a:rPr lang="en-GB" dirty="0" err="1"/>
              <a:t>trykker</a:t>
            </a:r>
            <a:r>
              <a:rPr lang="en-GB" dirty="0"/>
              <a:t> du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filmikonet</a:t>
            </a:r>
            <a:r>
              <a:rPr lang="en-GB" dirty="0"/>
              <a:t> om du </a:t>
            </a:r>
            <a:r>
              <a:rPr lang="en-GB" dirty="0" err="1"/>
              <a:t>ynskjer</a:t>
            </a:r>
            <a:r>
              <a:rPr lang="en-GB" dirty="0"/>
              <a:t> film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sida</a:t>
            </a:r>
            <a:r>
              <a:rPr lang="en-GB" dirty="0"/>
              <a:t> </a:t>
            </a:r>
            <a:r>
              <a:rPr lang="en-GB" dirty="0" err="1"/>
              <a:t>eller</a:t>
            </a:r>
            <a:r>
              <a:rPr lang="en-GB" dirty="0"/>
              <a:t> </a:t>
            </a:r>
            <a:r>
              <a:rPr lang="en-GB" dirty="0" err="1"/>
              <a:t>ikonet</a:t>
            </a:r>
            <a:r>
              <a:rPr lang="en-GB" dirty="0"/>
              <a:t> for </a:t>
            </a:r>
            <a:r>
              <a:rPr lang="en-GB" dirty="0" err="1"/>
              <a:t>bilete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sette</a:t>
            </a:r>
            <a:r>
              <a:rPr lang="en-GB" dirty="0"/>
              <a:t> inn </a:t>
            </a:r>
            <a:r>
              <a:rPr lang="nn-NO" noProof="0" dirty="0"/>
              <a:t>bilete</a:t>
            </a:r>
            <a:r>
              <a:rPr lang="en-GB" dirty="0"/>
              <a:t>.</a:t>
            </a:r>
            <a:endParaRPr lang="nn-NO" dirty="0"/>
          </a:p>
        </p:txBody>
      </p:sp>
      <p:sp>
        <p:nvSpPr>
          <p:cNvPr id="2" name="Plasshaldar for tekst 3">
            <a:extLst>
              <a:ext uri="{FF2B5EF4-FFF2-40B4-BE49-F238E27FC236}">
                <a16:creationId xmlns:a16="http://schemas.microsoft.com/office/drawing/2014/main" id="{6916D23F-5A50-0355-3A24-B4CB05BC76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7999" y="2838069"/>
            <a:ext cx="4567563" cy="590931"/>
          </a:xfrm>
        </p:spPr>
        <p:txBody>
          <a:bodyPr anchor="ctr" anchorCtr="0">
            <a:spAutoFit/>
          </a:bodyPr>
          <a:lstStyle>
            <a:lvl1pPr marL="0" indent="0">
              <a:buNone/>
              <a:defRPr sz="36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n-NO" noProof="0" dirty="0"/>
              <a:t>Klikk for å redigere</a:t>
            </a:r>
          </a:p>
        </p:txBody>
      </p:sp>
    </p:spTree>
    <p:extLst>
      <p:ext uri="{BB962C8B-B14F-4D97-AF65-F5344CB8AC3E}">
        <p14:creationId xmlns:p14="http://schemas.microsoft.com/office/powerpoint/2010/main" val="29233953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, undertittel og tekst i punkt. Smalt bilete til høg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91438" y="0"/>
            <a:ext cx="4500562" cy="6857999"/>
          </a:xfrm>
          <a:prstGeom prst="rect">
            <a:avLst/>
          </a:prstGeom>
        </p:spPr>
        <p:txBody>
          <a:bodyPr tIns="2160000" anchor="t" anchorCtr="0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5" name="Plassholder for tekst 8">
            <a:extLst>
              <a:ext uri="{FF2B5EF4-FFF2-40B4-BE49-F238E27FC236}">
                <a16:creationId xmlns:a16="http://schemas.microsoft.com/office/drawing/2014/main" id="{9576D748-28C7-534E-AD9A-86DC85D4BF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226" y="727549"/>
            <a:ext cx="6300787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sp>
        <p:nvSpPr>
          <p:cNvPr id="8" name="Plassholder for tekst 5"/>
          <p:cNvSpPr>
            <a:spLocks noGrp="1"/>
          </p:cNvSpPr>
          <p:nvPr>
            <p:ph type="body" sz="quarter" idx="18" hasCustomPrompt="1"/>
          </p:nvPr>
        </p:nvSpPr>
        <p:spPr>
          <a:xfrm>
            <a:off x="911225" y="1274688"/>
            <a:ext cx="6300788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/>
              <a:t>Undertittel</a:t>
            </a:r>
          </a:p>
        </p:txBody>
      </p:sp>
      <p:sp>
        <p:nvSpPr>
          <p:cNvPr id="2" name="Plassholder for tekst 2">
            <a:extLst>
              <a:ext uri="{FF2B5EF4-FFF2-40B4-BE49-F238E27FC236}">
                <a16:creationId xmlns:a16="http://schemas.microsoft.com/office/drawing/2014/main" id="{1DD65CFA-ABA7-7416-29F2-08F0B1ABA2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6323" y="2199035"/>
            <a:ext cx="5858229" cy="393141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n-NO" noProof="0" dirty="0"/>
              <a:t>Klikk for å redigere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444471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, undertittel og tekst i punkt. Bilete til høg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9" y="0"/>
            <a:ext cx="6096001" cy="6857999"/>
          </a:xfrm>
          <a:prstGeom prst="rect">
            <a:avLst/>
          </a:prstGeom>
        </p:spPr>
        <p:txBody>
          <a:bodyPr tIns="2160000" anchor="t" anchorCtr="0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3" name="Plassholder for tekst 8">
            <a:extLst>
              <a:ext uri="{FF2B5EF4-FFF2-40B4-BE49-F238E27FC236}">
                <a16:creationId xmlns:a16="http://schemas.microsoft.com/office/drawing/2014/main" id="{93B5F2BA-5185-084E-81AC-EDEAB814A3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226" y="727549"/>
            <a:ext cx="4500562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sp>
        <p:nvSpPr>
          <p:cNvPr id="9" name="Plassholder for tekst 5"/>
          <p:cNvSpPr>
            <a:spLocks noGrp="1"/>
          </p:cNvSpPr>
          <p:nvPr>
            <p:ph type="body" sz="quarter" idx="18" hasCustomPrompt="1"/>
          </p:nvPr>
        </p:nvSpPr>
        <p:spPr>
          <a:xfrm>
            <a:off x="911226" y="1274688"/>
            <a:ext cx="4511322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/>
              <a:t>Undertittel</a:t>
            </a:r>
          </a:p>
        </p:txBody>
      </p:sp>
      <p:sp>
        <p:nvSpPr>
          <p:cNvPr id="2" name="Plassholder for tekst 2">
            <a:extLst>
              <a:ext uri="{FF2B5EF4-FFF2-40B4-BE49-F238E27FC236}">
                <a16:creationId xmlns:a16="http://schemas.microsoft.com/office/drawing/2014/main" id="{3E13E5ED-827B-33AD-3978-5FE527EC745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226" y="2199035"/>
            <a:ext cx="4511321" cy="37520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n-NO" noProof="0" dirty="0"/>
              <a:t>Klikk for å redigere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4449422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, undertittel og tekst i punkt. To bilete til høg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91438" y="0"/>
            <a:ext cx="4500562" cy="3428999"/>
          </a:xfrm>
          <a:prstGeom prst="rect">
            <a:avLst/>
          </a:prstGeom>
        </p:spPr>
        <p:txBody>
          <a:bodyPr tIns="540000" anchor="t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7" name="Plassholder for bilde 12">
            <a:extLst>
              <a:ext uri="{FF2B5EF4-FFF2-40B4-BE49-F238E27FC236}">
                <a16:creationId xmlns:a16="http://schemas.microsoft.com/office/drawing/2014/main" id="{CD1BD95F-B24B-6342-913C-6ED533D46A1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91438" y="3429001"/>
            <a:ext cx="4500562" cy="3428999"/>
          </a:xfrm>
          <a:prstGeom prst="rect">
            <a:avLst/>
          </a:prstGeom>
        </p:spPr>
        <p:txBody>
          <a:bodyPr tIns="540000" anchor="t" anchorCtr="0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1" name="Plassholder for tekst 8">
            <a:extLst>
              <a:ext uri="{FF2B5EF4-FFF2-40B4-BE49-F238E27FC236}">
                <a16:creationId xmlns:a16="http://schemas.microsoft.com/office/drawing/2014/main" id="{68F0CA92-F4DD-5D47-A4DA-A4733A7623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226" y="727549"/>
            <a:ext cx="6300787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sp>
        <p:nvSpPr>
          <p:cNvPr id="9" name="Plassholder for tekst 5"/>
          <p:cNvSpPr>
            <a:spLocks noGrp="1"/>
          </p:cNvSpPr>
          <p:nvPr>
            <p:ph type="body" sz="quarter" idx="19" hasCustomPrompt="1"/>
          </p:nvPr>
        </p:nvSpPr>
        <p:spPr>
          <a:xfrm>
            <a:off x="911225" y="1274688"/>
            <a:ext cx="6300788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/>
              <a:t>Undertittel</a:t>
            </a:r>
          </a:p>
        </p:txBody>
      </p:sp>
      <p:sp>
        <p:nvSpPr>
          <p:cNvPr id="2" name="Plassholder for tekst 2">
            <a:extLst>
              <a:ext uri="{FF2B5EF4-FFF2-40B4-BE49-F238E27FC236}">
                <a16:creationId xmlns:a16="http://schemas.microsoft.com/office/drawing/2014/main" id="{828DA6AD-34DB-2972-295E-E8CEE9F67C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1225" y="2199035"/>
            <a:ext cx="6300787" cy="393141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n-NO" noProof="0"/>
              <a:t>Klikk for å redigere tekststiler i malen</a:t>
            </a:r>
          </a:p>
          <a:p>
            <a:pPr lvl="1"/>
            <a:r>
              <a:rPr lang="nn-NO" noProof="0"/>
              <a:t>Andre nivå</a:t>
            </a:r>
          </a:p>
          <a:p>
            <a:pPr lvl="2"/>
            <a:r>
              <a:rPr lang="nn-NO" noProof="0"/>
              <a:t>Tredje nivå</a:t>
            </a:r>
          </a:p>
          <a:p>
            <a:pPr lvl="3"/>
            <a:r>
              <a:rPr lang="nn-NO" noProof="0"/>
              <a:t>Fjerde nivå</a:t>
            </a:r>
          </a:p>
          <a:p>
            <a:pPr lvl="4"/>
            <a:r>
              <a:rPr lang="nn-NO" noProof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6965384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til venstre. Smalt bilete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aldar for bilete 2">
            <a:extLst>
              <a:ext uri="{FF2B5EF4-FFF2-40B4-BE49-F238E27FC236}">
                <a16:creationId xmlns:a16="http://schemas.microsoft.com/office/drawing/2014/main" id="{334C264E-7B88-347F-25F2-3690E3E265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04690" y="0"/>
            <a:ext cx="4887310" cy="6857999"/>
          </a:xfrm>
        </p:spPr>
        <p:txBody>
          <a:bodyPr/>
          <a:lstStyle/>
          <a:p>
            <a:endParaRPr lang="nn-NO"/>
          </a:p>
        </p:txBody>
      </p:sp>
      <p:sp>
        <p:nvSpPr>
          <p:cNvPr id="2" name="Plasshaldar for tekst 10">
            <a:extLst>
              <a:ext uri="{FF2B5EF4-FFF2-40B4-BE49-F238E27FC236}">
                <a16:creationId xmlns:a16="http://schemas.microsoft.com/office/drawing/2014/main" id="{6C0873F5-473E-D230-B4CC-FB43C15BDA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2497" y="2838068"/>
            <a:ext cx="5419757" cy="590931"/>
          </a:xfrm>
        </p:spPr>
        <p:txBody>
          <a:bodyPr anchor="ctr" anchorCtr="0">
            <a:spAutoFit/>
          </a:bodyPr>
          <a:lstStyle>
            <a:lvl1pPr marL="0" indent="0">
              <a:buNone/>
              <a:defRPr sz="36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n-NO" noProof="0" dirty="0"/>
              <a:t>Klikk for å redigere</a:t>
            </a:r>
          </a:p>
        </p:txBody>
      </p:sp>
    </p:spTree>
    <p:extLst>
      <p:ext uri="{BB962C8B-B14F-4D97-AF65-F5344CB8AC3E}">
        <p14:creationId xmlns:p14="http://schemas.microsoft.com/office/powerpoint/2010/main" val="19563335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til venstre. Stort kvadratisk bilete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aldar for bilete 3">
            <a:extLst>
              <a:ext uri="{FF2B5EF4-FFF2-40B4-BE49-F238E27FC236}">
                <a16:creationId xmlns:a16="http://schemas.microsoft.com/office/drawing/2014/main" id="{B519E2D5-0C9B-417B-7FD3-759D897D9C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02250" y="0"/>
            <a:ext cx="6889750" cy="6858000"/>
          </a:xfrm>
        </p:spPr>
        <p:txBody>
          <a:bodyPr/>
          <a:lstStyle/>
          <a:p>
            <a:endParaRPr lang="nn-NO"/>
          </a:p>
        </p:txBody>
      </p:sp>
      <p:sp>
        <p:nvSpPr>
          <p:cNvPr id="2" name="Plasshaldar for tekst 10">
            <a:extLst>
              <a:ext uri="{FF2B5EF4-FFF2-40B4-BE49-F238E27FC236}">
                <a16:creationId xmlns:a16="http://schemas.microsoft.com/office/drawing/2014/main" id="{107A10ED-22B8-2BB9-567A-63C0B74B76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8849" y="2799592"/>
            <a:ext cx="3675295" cy="978729"/>
          </a:xfrm>
        </p:spPr>
        <p:txBody>
          <a:bodyPr anchor="ctr" anchorCtr="0">
            <a:spAutoFit/>
          </a:bodyPr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n-NO" noProof="0" dirty="0"/>
              <a:t>Klikk for å redigere</a:t>
            </a:r>
          </a:p>
        </p:txBody>
      </p:sp>
    </p:spTree>
    <p:extLst>
      <p:ext uri="{BB962C8B-B14F-4D97-AF65-F5344CB8AC3E}">
        <p14:creationId xmlns:p14="http://schemas.microsoft.com/office/powerpoint/2010/main" val="40962737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til venstre. Liggande stort bilete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aldar for bilete 3">
            <a:extLst>
              <a:ext uri="{FF2B5EF4-FFF2-40B4-BE49-F238E27FC236}">
                <a16:creationId xmlns:a16="http://schemas.microsoft.com/office/drawing/2014/main" id="{0D87DA53-6CB4-86CB-6602-C5544F5430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92513" y="679450"/>
            <a:ext cx="8255000" cy="5499100"/>
          </a:xfrm>
        </p:spPr>
        <p:txBody>
          <a:bodyPr/>
          <a:lstStyle/>
          <a:p>
            <a:endParaRPr lang="nn-NO"/>
          </a:p>
        </p:txBody>
      </p:sp>
      <p:sp>
        <p:nvSpPr>
          <p:cNvPr id="2" name="Plasshaldar for tekst 10">
            <a:extLst>
              <a:ext uri="{FF2B5EF4-FFF2-40B4-BE49-F238E27FC236}">
                <a16:creationId xmlns:a16="http://schemas.microsoft.com/office/drawing/2014/main" id="{06C67DD0-3297-F24F-BECC-AEBFA68813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8850" y="2567881"/>
            <a:ext cx="2170530" cy="867930"/>
          </a:xfrm>
        </p:spPr>
        <p:txBody>
          <a:bodyPr anchor="ctr" anchorCtr="0">
            <a:spAutoFit/>
          </a:bodyPr>
          <a:lstStyle>
            <a:lvl1pPr marL="0" indent="0">
              <a:buNone/>
              <a:defRPr sz="28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n-NO" noProof="0" dirty="0"/>
              <a:t>Klikk for å redigere</a:t>
            </a:r>
          </a:p>
        </p:txBody>
      </p:sp>
    </p:spTree>
    <p:extLst>
      <p:ext uri="{BB962C8B-B14F-4D97-AF65-F5344CB8AC3E}">
        <p14:creationId xmlns:p14="http://schemas.microsoft.com/office/powerpoint/2010/main" val="3029676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til venstre. Media til hø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8B7BF6-D84E-A440-BDFA-A8EB4D781B0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n-NO" noProof="0"/>
              <a:t>Klikk på symbolet til ønska media. Til dømes så trykker du på filmikonet om du ynskjer film på sida eller ikonet for bilete for å sette inn bilete.</a:t>
            </a:r>
          </a:p>
        </p:txBody>
      </p:sp>
      <p:sp>
        <p:nvSpPr>
          <p:cNvPr id="2" name="Plasshaldar for tekst 3">
            <a:extLst>
              <a:ext uri="{FF2B5EF4-FFF2-40B4-BE49-F238E27FC236}">
                <a16:creationId xmlns:a16="http://schemas.microsoft.com/office/drawing/2014/main" id="{2EC27C24-68B3-90FF-92C2-7933BDDC89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7917" y="2838069"/>
            <a:ext cx="4567563" cy="590931"/>
          </a:xfrm>
        </p:spPr>
        <p:txBody>
          <a:bodyPr anchor="ctr" anchorCtr="0">
            <a:spAutoFit/>
          </a:bodyPr>
          <a:lstStyle>
            <a:lvl1pPr marL="0" indent="0">
              <a:buNone/>
              <a:defRPr sz="3600">
                <a:latin typeface="+mj-lt"/>
              </a:defRPr>
            </a:lvl1pPr>
            <a:lvl2pPr marL="457200" indent="0">
              <a:buNone/>
              <a:defRPr sz="3600">
                <a:latin typeface="+mj-lt"/>
              </a:defRPr>
            </a:lvl2pPr>
            <a:lvl3pPr marL="914400" indent="0">
              <a:buNone/>
              <a:defRPr sz="3600">
                <a:latin typeface="+mj-lt"/>
              </a:defRPr>
            </a:lvl3pPr>
            <a:lvl4pPr marL="1371600" indent="0">
              <a:buNone/>
              <a:defRPr sz="3600">
                <a:latin typeface="+mj-lt"/>
              </a:defRPr>
            </a:lvl4pPr>
            <a:lvl5pPr marL="1828800" indent="0">
              <a:buNone/>
              <a:defRPr sz="3600">
                <a:latin typeface="+mj-lt"/>
              </a:defRPr>
            </a:lvl5pPr>
          </a:lstStyle>
          <a:p>
            <a:pPr lvl="0"/>
            <a:r>
              <a:rPr lang="nn-NO" noProof="0"/>
              <a:t>Klikk for å redigere</a:t>
            </a:r>
          </a:p>
        </p:txBody>
      </p:sp>
    </p:spTree>
    <p:extLst>
      <p:ext uri="{BB962C8B-B14F-4D97-AF65-F5344CB8AC3E}">
        <p14:creationId xmlns:p14="http://schemas.microsoft.com/office/powerpoint/2010/main" val="625165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, undertittel og tekst. Bilete til høgre. Blå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bilde 12">
            <a:extLst>
              <a:ext uri="{FF2B5EF4-FFF2-40B4-BE49-F238E27FC236}">
                <a16:creationId xmlns:a16="http://schemas.microsoft.com/office/drawing/2014/main" id="{1FD44404-0E8B-A746-B9D7-CF98E82178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80100" y="2240969"/>
            <a:ext cx="5400675" cy="3172491"/>
          </a:xfrm>
          <a:prstGeom prst="rect">
            <a:avLst/>
          </a:prstGeom>
        </p:spPr>
        <p:txBody>
          <a:bodyPr tIns="360000" anchor="t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1" name="Plassholder for tekst 8">
            <a:extLst>
              <a:ext uri="{FF2B5EF4-FFF2-40B4-BE49-F238E27FC236}">
                <a16:creationId xmlns:a16="http://schemas.microsoft.com/office/drawing/2014/main" id="{B441042B-5173-1D45-A072-2B7E8FA5D9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226" y="727549"/>
            <a:ext cx="10369549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50335F0-352E-9244-85DA-D7C3730B48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226" y="2232389"/>
            <a:ext cx="4500564" cy="1902059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9144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3716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8288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2860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Lorem </a:t>
            </a:r>
            <a:r>
              <a:rPr lang="nn-NO" noProof="0" dirty="0" err="1"/>
              <a:t>ipsum</a:t>
            </a:r>
            <a:r>
              <a:rPr lang="nn-NO" noProof="0" dirty="0"/>
              <a:t> </a:t>
            </a:r>
            <a:r>
              <a:rPr lang="nn-NO" noProof="0" dirty="0" err="1"/>
              <a:t>dolor</a:t>
            </a:r>
            <a:r>
              <a:rPr lang="nn-NO" noProof="0" dirty="0"/>
              <a:t> sit </a:t>
            </a:r>
            <a:r>
              <a:rPr lang="nn-NO" noProof="0" dirty="0" err="1"/>
              <a:t>amet</a:t>
            </a:r>
            <a:r>
              <a:rPr lang="nn-NO" noProof="0" dirty="0"/>
              <a:t>, </a:t>
            </a:r>
            <a:r>
              <a:rPr lang="nn-NO" noProof="0" dirty="0" err="1"/>
              <a:t>consectetur</a:t>
            </a:r>
            <a:r>
              <a:rPr lang="nn-NO" noProof="0" dirty="0"/>
              <a:t> </a:t>
            </a:r>
            <a:r>
              <a:rPr lang="nn-NO" noProof="0" dirty="0" err="1"/>
              <a:t>adipiscing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. In </a:t>
            </a:r>
            <a:r>
              <a:rPr lang="nn-NO" noProof="0" dirty="0" err="1"/>
              <a:t>congue</a:t>
            </a:r>
            <a:r>
              <a:rPr lang="nn-NO" noProof="0" dirty="0"/>
              <a:t> urna </a:t>
            </a:r>
            <a:r>
              <a:rPr lang="nn-NO" noProof="0" dirty="0" err="1"/>
              <a:t>tortor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accumsan</a:t>
            </a:r>
            <a:r>
              <a:rPr lang="nn-NO" noProof="0" dirty="0"/>
              <a:t> mi </a:t>
            </a:r>
            <a:r>
              <a:rPr lang="nn-NO" noProof="0" dirty="0" err="1"/>
              <a:t>viverra</a:t>
            </a:r>
            <a:r>
              <a:rPr lang="nn-NO" noProof="0" dirty="0"/>
              <a:t> in. Sed id </a:t>
            </a:r>
            <a:r>
              <a:rPr lang="nn-NO" noProof="0" dirty="0" err="1"/>
              <a:t>condimentum</a:t>
            </a:r>
            <a:r>
              <a:rPr lang="nn-NO" noProof="0" dirty="0"/>
              <a:t> </a:t>
            </a:r>
            <a:r>
              <a:rPr lang="nn-NO" noProof="0" dirty="0" err="1"/>
              <a:t>turpis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lobortis</a:t>
            </a:r>
            <a:r>
              <a:rPr lang="nn-NO" noProof="0" dirty="0"/>
              <a:t> </a:t>
            </a:r>
            <a:r>
              <a:rPr lang="nn-NO" noProof="0" dirty="0" err="1"/>
              <a:t>risus</a:t>
            </a:r>
            <a:r>
              <a:rPr lang="nn-NO" noProof="0" dirty="0"/>
              <a:t>. </a:t>
            </a:r>
            <a:r>
              <a:rPr lang="nn-NO" noProof="0" dirty="0" err="1"/>
              <a:t>Phasellus</a:t>
            </a:r>
            <a:r>
              <a:rPr lang="nn-NO" noProof="0" dirty="0"/>
              <a:t> vel urna </a:t>
            </a:r>
            <a:r>
              <a:rPr lang="nn-NO" noProof="0" dirty="0" err="1"/>
              <a:t>dictum</a:t>
            </a:r>
            <a:r>
              <a:rPr lang="nn-NO" noProof="0" dirty="0"/>
              <a:t>, </a:t>
            </a:r>
            <a:r>
              <a:rPr lang="nn-NO" noProof="0" dirty="0" err="1"/>
              <a:t>posuere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 et, </a:t>
            </a:r>
            <a:r>
              <a:rPr lang="nn-NO" noProof="0" dirty="0" err="1"/>
              <a:t>malesuada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.</a:t>
            </a:r>
          </a:p>
        </p:txBody>
      </p:sp>
      <p:sp>
        <p:nvSpPr>
          <p:cNvPr id="10" name="Plassholder for tekst 5"/>
          <p:cNvSpPr>
            <a:spLocks noGrp="1"/>
          </p:cNvSpPr>
          <p:nvPr>
            <p:ph type="body" sz="quarter" idx="19" hasCustomPrompt="1"/>
          </p:nvPr>
        </p:nvSpPr>
        <p:spPr>
          <a:xfrm>
            <a:off x="911225" y="1274688"/>
            <a:ext cx="10369550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Undertittel</a:t>
            </a:r>
          </a:p>
        </p:txBody>
      </p:sp>
    </p:spTree>
    <p:extLst>
      <p:ext uri="{BB962C8B-B14F-4D97-AF65-F5344CB8AC3E}">
        <p14:creationId xmlns:p14="http://schemas.microsoft.com/office/powerpoint/2010/main" val="39953579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ete til venstre. Tittel, undertittel og tekst. Blå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2">
            <a:extLst>
              <a:ext uri="{FF2B5EF4-FFF2-40B4-BE49-F238E27FC236}">
                <a16:creationId xmlns:a16="http://schemas.microsoft.com/office/drawing/2014/main" id="{A2795C90-B760-BD45-B9E8-503167E4F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225" y="2240969"/>
            <a:ext cx="5400675" cy="3172491"/>
          </a:xfrm>
          <a:prstGeom prst="rect">
            <a:avLst/>
          </a:prstGeom>
        </p:spPr>
        <p:txBody>
          <a:bodyPr tIns="360000" anchor="t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11" name="Plassholder for tekst 8">
            <a:extLst>
              <a:ext uri="{FF2B5EF4-FFF2-40B4-BE49-F238E27FC236}">
                <a16:creationId xmlns:a16="http://schemas.microsoft.com/office/drawing/2014/main" id="{E1E4DF85-AEB8-8446-B2E1-2252E33C56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226" y="727549"/>
            <a:ext cx="10380310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Tittel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F6C9799-DE04-2149-995E-2FAAF6E572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90972" y="2240969"/>
            <a:ext cx="4500564" cy="1902059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9144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3716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8288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2860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Lorem </a:t>
            </a:r>
            <a:r>
              <a:rPr lang="nn-NO" noProof="0" dirty="0" err="1"/>
              <a:t>ipsum</a:t>
            </a:r>
            <a:r>
              <a:rPr lang="nn-NO" noProof="0" dirty="0"/>
              <a:t> </a:t>
            </a:r>
            <a:r>
              <a:rPr lang="nn-NO" noProof="0" dirty="0" err="1"/>
              <a:t>dolor</a:t>
            </a:r>
            <a:r>
              <a:rPr lang="nn-NO" noProof="0" dirty="0"/>
              <a:t> sit </a:t>
            </a:r>
            <a:r>
              <a:rPr lang="nn-NO" noProof="0" dirty="0" err="1"/>
              <a:t>amet</a:t>
            </a:r>
            <a:r>
              <a:rPr lang="nn-NO" noProof="0" dirty="0"/>
              <a:t>, </a:t>
            </a:r>
            <a:r>
              <a:rPr lang="nn-NO" noProof="0" dirty="0" err="1"/>
              <a:t>consectetur</a:t>
            </a:r>
            <a:r>
              <a:rPr lang="nn-NO" noProof="0" dirty="0"/>
              <a:t> </a:t>
            </a:r>
            <a:r>
              <a:rPr lang="nn-NO" noProof="0" dirty="0" err="1"/>
              <a:t>adipiscing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. In </a:t>
            </a:r>
            <a:r>
              <a:rPr lang="nn-NO" noProof="0" dirty="0" err="1"/>
              <a:t>congue</a:t>
            </a:r>
            <a:r>
              <a:rPr lang="nn-NO" noProof="0" dirty="0"/>
              <a:t> urna </a:t>
            </a:r>
            <a:r>
              <a:rPr lang="nn-NO" noProof="0" dirty="0" err="1"/>
              <a:t>tortor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accumsan</a:t>
            </a:r>
            <a:r>
              <a:rPr lang="nn-NO" noProof="0" dirty="0"/>
              <a:t> mi </a:t>
            </a:r>
            <a:r>
              <a:rPr lang="nn-NO" noProof="0" dirty="0" err="1"/>
              <a:t>viverra</a:t>
            </a:r>
            <a:r>
              <a:rPr lang="nn-NO" noProof="0" dirty="0"/>
              <a:t> in. Sed id </a:t>
            </a:r>
            <a:r>
              <a:rPr lang="nn-NO" noProof="0" dirty="0" err="1"/>
              <a:t>condimentum</a:t>
            </a:r>
            <a:r>
              <a:rPr lang="nn-NO" noProof="0" dirty="0"/>
              <a:t> </a:t>
            </a:r>
            <a:r>
              <a:rPr lang="nn-NO" noProof="0" dirty="0" err="1"/>
              <a:t>turpis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lobortis</a:t>
            </a:r>
            <a:r>
              <a:rPr lang="nn-NO" noProof="0" dirty="0"/>
              <a:t> </a:t>
            </a:r>
            <a:r>
              <a:rPr lang="nn-NO" noProof="0" dirty="0" err="1"/>
              <a:t>risus</a:t>
            </a:r>
            <a:r>
              <a:rPr lang="nn-NO" noProof="0" dirty="0"/>
              <a:t>. </a:t>
            </a:r>
            <a:r>
              <a:rPr lang="nn-NO" noProof="0" dirty="0" err="1"/>
              <a:t>Phasellus</a:t>
            </a:r>
            <a:r>
              <a:rPr lang="nn-NO" noProof="0" dirty="0"/>
              <a:t> vel urna </a:t>
            </a:r>
            <a:r>
              <a:rPr lang="nn-NO" noProof="0" dirty="0" err="1"/>
              <a:t>dictum</a:t>
            </a:r>
            <a:r>
              <a:rPr lang="nn-NO" noProof="0" dirty="0"/>
              <a:t>, </a:t>
            </a:r>
            <a:r>
              <a:rPr lang="nn-NO" noProof="0" dirty="0" err="1"/>
              <a:t>posuere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 et, </a:t>
            </a:r>
            <a:r>
              <a:rPr lang="nn-NO" noProof="0" dirty="0" err="1"/>
              <a:t>malesuada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.</a:t>
            </a:r>
          </a:p>
        </p:txBody>
      </p:sp>
      <p:sp>
        <p:nvSpPr>
          <p:cNvPr id="8" name="Plassholder for tekst 5"/>
          <p:cNvSpPr>
            <a:spLocks noGrp="1"/>
          </p:cNvSpPr>
          <p:nvPr>
            <p:ph type="body" sz="quarter" idx="19" hasCustomPrompt="1"/>
          </p:nvPr>
        </p:nvSpPr>
        <p:spPr>
          <a:xfrm>
            <a:off x="911225" y="1274688"/>
            <a:ext cx="10380311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/>
              <a:t>Undertittel</a:t>
            </a:r>
          </a:p>
        </p:txBody>
      </p:sp>
    </p:spTree>
    <p:extLst>
      <p:ext uri="{BB962C8B-B14F-4D97-AF65-F5344CB8AC3E}">
        <p14:creationId xmlns:p14="http://schemas.microsoft.com/office/powerpoint/2010/main" val="41347981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ete til venstre i sirkel. Tittel, undertittel og tekst. Blå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bilde 12">
            <a:extLst>
              <a:ext uri="{FF2B5EF4-FFF2-40B4-BE49-F238E27FC236}">
                <a16:creationId xmlns:a16="http://schemas.microsoft.com/office/drawing/2014/main" id="{9CC33A5B-51BF-4B48-AB8E-EF4439BDA0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7385" y="2230970"/>
            <a:ext cx="3182490" cy="3182490"/>
          </a:xfrm>
          <a:prstGeom prst="ellipse">
            <a:avLst/>
          </a:prstGeom>
        </p:spPr>
        <p:txBody>
          <a:bodyPr tIns="540000" anchor="t"/>
          <a:lstStyle>
            <a:lvl1pPr marL="0" indent="0" algn="ctr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8" name="Plassholder for tekst 8">
            <a:extLst>
              <a:ext uri="{FF2B5EF4-FFF2-40B4-BE49-F238E27FC236}">
                <a16:creationId xmlns:a16="http://schemas.microsoft.com/office/drawing/2014/main" id="{F87A6393-0F37-4F4B-B029-1B53BE9481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226" y="727549"/>
            <a:ext cx="10383389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Tittel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21C58CF-9DEA-4E4E-8344-FA3F903ED6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11675" y="2969095"/>
            <a:ext cx="6782940" cy="1674305"/>
          </a:xfrm>
          <a:prstGeom prst="rect">
            <a:avLst/>
          </a:prstGeom>
        </p:spPr>
        <p:txBody>
          <a:bodyPr anchor="ctr" anchorCtr="0"/>
          <a:lstStyle>
            <a:lvl1pPr marL="384048" indent="-384048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 typeface="Arial" panose="020B0604020202020204" pitchFamily="34" charset="0"/>
              <a:buNone/>
              <a:defRPr sz="1800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3716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8288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2860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Lorem </a:t>
            </a:r>
            <a:r>
              <a:rPr lang="nn-NO" noProof="0" dirty="0" err="1"/>
              <a:t>ipsum</a:t>
            </a:r>
            <a:r>
              <a:rPr lang="nn-NO" noProof="0" dirty="0"/>
              <a:t> </a:t>
            </a:r>
            <a:r>
              <a:rPr lang="nn-NO" noProof="0" dirty="0" err="1"/>
              <a:t>dolor</a:t>
            </a:r>
            <a:r>
              <a:rPr lang="nn-NO" noProof="0" dirty="0"/>
              <a:t> sit </a:t>
            </a:r>
            <a:r>
              <a:rPr lang="nn-NO" noProof="0" dirty="0" err="1"/>
              <a:t>amet</a:t>
            </a:r>
            <a:r>
              <a:rPr lang="nn-NO" noProof="0" dirty="0"/>
              <a:t>, </a:t>
            </a:r>
            <a:r>
              <a:rPr lang="nn-NO" noProof="0" dirty="0" err="1"/>
              <a:t>consectetur</a:t>
            </a:r>
            <a:r>
              <a:rPr lang="nn-NO" noProof="0" dirty="0"/>
              <a:t> </a:t>
            </a:r>
            <a:r>
              <a:rPr lang="nn-NO" noProof="0" dirty="0" err="1"/>
              <a:t>adipiscing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. In </a:t>
            </a:r>
            <a:r>
              <a:rPr lang="nn-NO" noProof="0" dirty="0" err="1"/>
              <a:t>congue</a:t>
            </a:r>
            <a:r>
              <a:rPr lang="nn-NO" noProof="0" dirty="0"/>
              <a:t> urna </a:t>
            </a:r>
            <a:r>
              <a:rPr lang="nn-NO" noProof="0" dirty="0" err="1"/>
              <a:t>tortor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accumsan</a:t>
            </a:r>
            <a:r>
              <a:rPr lang="nn-NO" noProof="0" dirty="0"/>
              <a:t> mi </a:t>
            </a:r>
            <a:r>
              <a:rPr lang="nn-NO" noProof="0" dirty="0" err="1"/>
              <a:t>viverra</a:t>
            </a:r>
            <a:r>
              <a:rPr lang="nn-NO" noProof="0" dirty="0"/>
              <a:t> in.</a:t>
            </a:r>
          </a:p>
          <a:p>
            <a:pPr lvl="0"/>
            <a:r>
              <a:rPr lang="nn-NO" noProof="0" dirty="0"/>
              <a:t>Sed id </a:t>
            </a:r>
            <a:r>
              <a:rPr lang="nn-NO" noProof="0" dirty="0" err="1"/>
              <a:t>condimentum</a:t>
            </a:r>
            <a:r>
              <a:rPr lang="nn-NO" noProof="0" dirty="0"/>
              <a:t> </a:t>
            </a:r>
            <a:r>
              <a:rPr lang="nn-NO" noProof="0" dirty="0" err="1"/>
              <a:t>turpis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lobortis</a:t>
            </a:r>
            <a:r>
              <a:rPr lang="nn-NO" noProof="0" dirty="0"/>
              <a:t> </a:t>
            </a:r>
            <a:r>
              <a:rPr lang="nn-NO" noProof="0" dirty="0" err="1"/>
              <a:t>risus</a:t>
            </a:r>
            <a:r>
              <a:rPr lang="nn-NO" noProof="0" dirty="0"/>
              <a:t>. </a:t>
            </a:r>
            <a:r>
              <a:rPr lang="nn-NO" noProof="0" dirty="0" err="1"/>
              <a:t>Phasellus</a:t>
            </a:r>
            <a:r>
              <a:rPr lang="nn-NO" noProof="0" dirty="0"/>
              <a:t> vel urna </a:t>
            </a:r>
            <a:r>
              <a:rPr lang="nn-NO" noProof="0" dirty="0" err="1"/>
              <a:t>dictum</a:t>
            </a:r>
            <a:r>
              <a:rPr lang="nn-NO" noProof="0" dirty="0"/>
              <a:t>, </a:t>
            </a:r>
            <a:r>
              <a:rPr lang="nn-NO" noProof="0" dirty="0" err="1"/>
              <a:t>posuere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 et, </a:t>
            </a:r>
            <a:r>
              <a:rPr lang="nn-NO" noProof="0" dirty="0" err="1"/>
              <a:t>malesuada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. Cras </a:t>
            </a:r>
            <a:r>
              <a:rPr lang="nn-NO" noProof="0" dirty="0" err="1"/>
              <a:t>egestas</a:t>
            </a:r>
            <a:r>
              <a:rPr lang="nn-NO" noProof="0" dirty="0"/>
              <a:t> </a:t>
            </a:r>
            <a:r>
              <a:rPr lang="nn-NO" noProof="0" dirty="0" err="1"/>
              <a:t>consequat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, vel </a:t>
            </a:r>
            <a:r>
              <a:rPr lang="nn-NO" noProof="0" dirty="0" err="1"/>
              <a:t>rutrum</a:t>
            </a:r>
            <a:r>
              <a:rPr lang="nn-NO" noProof="0" dirty="0"/>
              <a:t> </a:t>
            </a:r>
            <a:r>
              <a:rPr lang="nn-NO" noProof="0" dirty="0" err="1"/>
              <a:t>augue</a:t>
            </a:r>
            <a:r>
              <a:rPr lang="nn-NO" noProof="0" dirty="0"/>
              <a:t> </a:t>
            </a:r>
            <a:r>
              <a:rPr lang="nn-NO" noProof="0" dirty="0" err="1"/>
              <a:t>hendrerit</a:t>
            </a:r>
            <a:r>
              <a:rPr lang="nn-NO" noProof="0" dirty="0"/>
              <a:t> </a:t>
            </a:r>
            <a:r>
              <a:rPr lang="nn-NO" noProof="0" dirty="0" err="1"/>
              <a:t>quis</a:t>
            </a:r>
            <a:r>
              <a:rPr lang="nn-NO" noProof="0" dirty="0"/>
              <a:t>.</a:t>
            </a:r>
          </a:p>
        </p:txBody>
      </p:sp>
      <p:sp>
        <p:nvSpPr>
          <p:cNvPr id="10" name="Plassholder for tekst 5"/>
          <p:cNvSpPr>
            <a:spLocks noGrp="1"/>
          </p:cNvSpPr>
          <p:nvPr>
            <p:ph type="body" sz="quarter" idx="25" hasCustomPrompt="1"/>
          </p:nvPr>
        </p:nvSpPr>
        <p:spPr>
          <a:xfrm>
            <a:off x="911225" y="1274688"/>
            <a:ext cx="10383390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/>
              <a:t>Undertittel</a:t>
            </a:r>
          </a:p>
        </p:txBody>
      </p:sp>
    </p:spTree>
    <p:extLst>
      <p:ext uri="{BB962C8B-B14F-4D97-AF65-F5344CB8AC3E}">
        <p14:creationId xmlns:p14="http://schemas.microsoft.com/office/powerpoint/2010/main" val="381279051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a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08DF618A-105C-8649-8627-2D6349A585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5" y="727549"/>
            <a:ext cx="10617315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Tittel</a:t>
            </a:r>
          </a:p>
        </p:txBody>
      </p:sp>
      <p:sp>
        <p:nvSpPr>
          <p:cNvPr id="2" name="Plassholder for innhold 2">
            <a:extLst>
              <a:ext uri="{FF2B5EF4-FFF2-40B4-BE49-F238E27FC236}">
                <a16:creationId xmlns:a16="http://schemas.microsoft.com/office/drawing/2014/main" id="{38D26867-F640-84A2-3A65-C5A81CC0B53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11225" y="1769969"/>
            <a:ext cx="10617315" cy="436048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n-NO" noProof="0"/>
              <a:t>Klikk for å redigere tekststiler i malen</a:t>
            </a:r>
          </a:p>
          <a:p>
            <a:pPr lvl="1"/>
            <a:r>
              <a:rPr lang="nn-NO" noProof="0"/>
              <a:t>Andre nivå</a:t>
            </a:r>
          </a:p>
          <a:p>
            <a:pPr lvl="2"/>
            <a:r>
              <a:rPr lang="nn-NO" noProof="0"/>
              <a:t>Tredje nivå</a:t>
            </a:r>
          </a:p>
          <a:p>
            <a:pPr lvl="3"/>
            <a:r>
              <a:rPr lang="nn-NO" noProof="0"/>
              <a:t>Fjerde nivå</a:t>
            </a:r>
          </a:p>
          <a:p>
            <a:pPr lvl="4"/>
            <a:r>
              <a:rPr lang="nn-NO" noProof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53889128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, undertittel og innha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08DF618A-105C-8649-8627-2D6349A585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5" y="727549"/>
            <a:ext cx="9469437" cy="56323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 dirty="0"/>
              <a:t>Tittel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31968C0-AD7E-C049-8E6C-2985A8DE3A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239641"/>
            <a:ext cx="9469438" cy="44730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 i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 dirty="0"/>
              <a:t>Undertittel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1399141-95F1-1A5F-4285-03B7345DE70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11225" y="1853349"/>
            <a:ext cx="9469438" cy="427710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n-NO" noProof="0"/>
              <a:t>Klikk for å redigere tekststiler i malen</a:t>
            </a:r>
          </a:p>
          <a:p>
            <a:pPr lvl="1"/>
            <a:r>
              <a:rPr lang="nn-NO" noProof="0"/>
              <a:t>Andre nivå</a:t>
            </a:r>
          </a:p>
          <a:p>
            <a:pPr lvl="2"/>
            <a:r>
              <a:rPr lang="nn-NO" noProof="0"/>
              <a:t>Tredje nivå</a:t>
            </a:r>
          </a:p>
          <a:p>
            <a:pPr lvl="3"/>
            <a:r>
              <a:rPr lang="nn-NO" noProof="0"/>
              <a:t>Fjerde nivå</a:t>
            </a:r>
          </a:p>
          <a:p>
            <a:pPr lvl="4"/>
            <a:r>
              <a:rPr lang="nn-NO" noProof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0351026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08DF618A-105C-8649-8627-2D6349A585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226" y="727549"/>
            <a:ext cx="10617316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Tittel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C27E87D-B795-8F42-E8C2-9DF6A079EF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225" y="1880260"/>
            <a:ext cx="9469438" cy="16743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 typeface="Courier New" panose="02070309020205020404" pitchFamily="49" charset="0"/>
              <a:buNone/>
              <a:defRPr sz="1800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3716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8288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2860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 dirty="0"/>
              <a:t>Lorem </a:t>
            </a:r>
            <a:r>
              <a:rPr lang="nn-NO" noProof="0" dirty="0" err="1"/>
              <a:t>ipsum</a:t>
            </a:r>
            <a:r>
              <a:rPr lang="nn-NO" noProof="0" dirty="0"/>
              <a:t> </a:t>
            </a:r>
            <a:r>
              <a:rPr lang="nn-NO" noProof="0" dirty="0" err="1"/>
              <a:t>dolor</a:t>
            </a:r>
            <a:r>
              <a:rPr lang="nn-NO" noProof="0" dirty="0"/>
              <a:t> sit </a:t>
            </a:r>
            <a:r>
              <a:rPr lang="nn-NO" noProof="0" dirty="0" err="1"/>
              <a:t>amet</a:t>
            </a:r>
            <a:r>
              <a:rPr lang="nn-NO" noProof="0" dirty="0"/>
              <a:t>, </a:t>
            </a:r>
            <a:r>
              <a:rPr lang="nn-NO" noProof="0" dirty="0" err="1"/>
              <a:t>consectetur</a:t>
            </a:r>
            <a:r>
              <a:rPr lang="nn-NO" noProof="0" dirty="0"/>
              <a:t> </a:t>
            </a:r>
            <a:r>
              <a:rPr lang="nn-NO" noProof="0" dirty="0" err="1"/>
              <a:t>adipiscing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. In </a:t>
            </a:r>
            <a:r>
              <a:rPr lang="nn-NO" noProof="0" dirty="0" err="1"/>
              <a:t>congue</a:t>
            </a:r>
            <a:r>
              <a:rPr lang="nn-NO" noProof="0" dirty="0"/>
              <a:t> urna </a:t>
            </a:r>
            <a:r>
              <a:rPr lang="nn-NO" noProof="0" dirty="0" err="1"/>
              <a:t>tortor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accumsan</a:t>
            </a:r>
            <a:r>
              <a:rPr lang="nn-NO" noProof="0" dirty="0"/>
              <a:t> mi </a:t>
            </a:r>
            <a:r>
              <a:rPr lang="nn-NO" noProof="0" dirty="0" err="1"/>
              <a:t>viverra</a:t>
            </a:r>
            <a:r>
              <a:rPr lang="nn-NO" noProof="0" dirty="0"/>
              <a:t> in. </a:t>
            </a:r>
            <a:r>
              <a:rPr lang="nn-NO" noProof="0" dirty="0" err="1"/>
              <a:t>Donec</a:t>
            </a:r>
            <a:r>
              <a:rPr lang="nn-NO" noProof="0" dirty="0"/>
              <a:t> </a:t>
            </a:r>
            <a:r>
              <a:rPr lang="nn-NO" noProof="0" dirty="0" err="1"/>
              <a:t>dictum</a:t>
            </a:r>
            <a:r>
              <a:rPr lang="nn-NO" noProof="0" dirty="0"/>
              <a:t> </a:t>
            </a:r>
            <a:r>
              <a:rPr lang="nn-NO" noProof="0" dirty="0" err="1"/>
              <a:t>convallis</a:t>
            </a:r>
            <a:r>
              <a:rPr lang="nn-NO" noProof="0" dirty="0"/>
              <a:t> eros vitae </a:t>
            </a:r>
            <a:r>
              <a:rPr lang="nn-NO" noProof="0" dirty="0" err="1"/>
              <a:t>finibus</a:t>
            </a:r>
            <a:r>
              <a:rPr lang="nn-NO" noProof="0" dirty="0"/>
              <a:t>. </a:t>
            </a:r>
            <a:r>
              <a:rPr lang="nn-NO" noProof="0" dirty="0" err="1"/>
              <a:t>Donec</a:t>
            </a:r>
            <a:r>
              <a:rPr lang="nn-NO" noProof="0" dirty="0"/>
              <a:t> in </a:t>
            </a:r>
            <a:r>
              <a:rPr lang="nn-NO" noProof="0" dirty="0" err="1"/>
              <a:t>neque</a:t>
            </a:r>
            <a:r>
              <a:rPr lang="nn-NO" noProof="0" dirty="0"/>
              <a:t> </a:t>
            </a:r>
            <a:r>
              <a:rPr lang="nn-NO" noProof="0" dirty="0" err="1"/>
              <a:t>dolor</a:t>
            </a:r>
            <a:r>
              <a:rPr lang="nn-NO" noProof="0" dirty="0"/>
              <a:t>. </a:t>
            </a:r>
          </a:p>
          <a:p>
            <a:pPr lvl="0"/>
            <a:r>
              <a:rPr lang="nn-NO" noProof="0" dirty="0" err="1"/>
              <a:t>Praesent</a:t>
            </a:r>
            <a:r>
              <a:rPr lang="nn-NO" noProof="0" dirty="0"/>
              <a:t> </a:t>
            </a:r>
            <a:r>
              <a:rPr lang="nn-NO" noProof="0" dirty="0" err="1"/>
              <a:t>porttitor</a:t>
            </a:r>
            <a:r>
              <a:rPr lang="nn-NO" noProof="0" dirty="0"/>
              <a:t> </a:t>
            </a:r>
            <a:r>
              <a:rPr lang="nn-NO" noProof="0" dirty="0" err="1"/>
              <a:t>efficitur</a:t>
            </a:r>
            <a:r>
              <a:rPr lang="nn-NO" noProof="0" dirty="0"/>
              <a:t> </a:t>
            </a:r>
            <a:r>
              <a:rPr lang="nn-NO" noProof="0" dirty="0" err="1"/>
              <a:t>ultricies</a:t>
            </a:r>
            <a:r>
              <a:rPr lang="nn-NO" noProof="0" dirty="0"/>
              <a:t>. Sed id </a:t>
            </a:r>
            <a:r>
              <a:rPr lang="nn-NO" noProof="0" dirty="0" err="1"/>
              <a:t>condimentum</a:t>
            </a:r>
            <a:r>
              <a:rPr lang="nn-NO" noProof="0" dirty="0"/>
              <a:t> </a:t>
            </a:r>
            <a:r>
              <a:rPr lang="nn-NO" noProof="0" dirty="0" err="1"/>
              <a:t>turpis</a:t>
            </a:r>
            <a:r>
              <a:rPr lang="nn-NO" noProof="0" dirty="0"/>
              <a:t>, </a:t>
            </a:r>
            <a:r>
              <a:rPr lang="nn-NO" noProof="0" dirty="0" err="1"/>
              <a:t>quis</a:t>
            </a:r>
            <a:r>
              <a:rPr lang="nn-NO" noProof="0" dirty="0"/>
              <a:t> </a:t>
            </a:r>
            <a:r>
              <a:rPr lang="nn-NO" noProof="0" dirty="0" err="1"/>
              <a:t>lobortis</a:t>
            </a:r>
            <a:r>
              <a:rPr lang="nn-NO" noProof="0" dirty="0"/>
              <a:t> </a:t>
            </a:r>
            <a:r>
              <a:rPr lang="nn-NO" noProof="0" dirty="0" err="1"/>
              <a:t>risus</a:t>
            </a:r>
            <a:r>
              <a:rPr lang="nn-NO" noProof="0" dirty="0"/>
              <a:t>. </a:t>
            </a:r>
            <a:r>
              <a:rPr lang="nn-NO" noProof="0" dirty="0" err="1"/>
              <a:t>Phasellus</a:t>
            </a:r>
            <a:r>
              <a:rPr lang="nn-NO" noProof="0" dirty="0"/>
              <a:t> vel urna </a:t>
            </a:r>
            <a:r>
              <a:rPr lang="nn-NO" noProof="0" dirty="0" err="1"/>
              <a:t>dictum</a:t>
            </a:r>
            <a:r>
              <a:rPr lang="nn-NO" noProof="0" dirty="0"/>
              <a:t>, </a:t>
            </a:r>
            <a:r>
              <a:rPr lang="nn-NO" noProof="0" dirty="0" err="1"/>
              <a:t>posuere</a:t>
            </a:r>
            <a:r>
              <a:rPr lang="nn-NO" noProof="0" dirty="0"/>
              <a:t> </a:t>
            </a:r>
            <a:r>
              <a:rPr lang="nn-NO" noProof="0" dirty="0" err="1"/>
              <a:t>elit</a:t>
            </a:r>
            <a:r>
              <a:rPr lang="nn-NO" noProof="0" dirty="0"/>
              <a:t> et, </a:t>
            </a:r>
            <a:r>
              <a:rPr lang="nn-NO" noProof="0" dirty="0" err="1"/>
              <a:t>malesuada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. Cras </a:t>
            </a:r>
            <a:r>
              <a:rPr lang="nn-NO" noProof="0" dirty="0" err="1"/>
              <a:t>egestas</a:t>
            </a:r>
            <a:r>
              <a:rPr lang="nn-NO" noProof="0" dirty="0"/>
              <a:t> </a:t>
            </a:r>
            <a:r>
              <a:rPr lang="nn-NO" noProof="0" dirty="0" err="1"/>
              <a:t>consequat</a:t>
            </a:r>
            <a:r>
              <a:rPr lang="nn-NO" noProof="0" dirty="0"/>
              <a:t> </a:t>
            </a:r>
            <a:r>
              <a:rPr lang="nn-NO" noProof="0" dirty="0" err="1"/>
              <a:t>odio</a:t>
            </a:r>
            <a:r>
              <a:rPr lang="nn-NO" noProof="0" dirty="0"/>
              <a:t>, vel </a:t>
            </a:r>
            <a:r>
              <a:rPr lang="nn-NO" noProof="0" dirty="0" err="1"/>
              <a:t>rutrum</a:t>
            </a:r>
            <a:r>
              <a:rPr lang="nn-NO" noProof="0" dirty="0"/>
              <a:t> </a:t>
            </a:r>
            <a:r>
              <a:rPr lang="nn-NO" noProof="0" dirty="0" err="1"/>
              <a:t>augue</a:t>
            </a:r>
            <a:r>
              <a:rPr lang="nn-NO" noProof="0" dirty="0"/>
              <a:t> </a:t>
            </a:r>
            <a:r>
              <a:rPr lang="nn-NO" noProof="0" dirty="0" err="1"/>
              <a:t>hendrerit</a:t>
            </a:r>
            <a:r>
              <a:rPr lang="nn-NO" noProof="0" dirty="0"/>
              <a:t> </a:t>
            </a:r>
            <a:r>
              <a:rPr lang="nn-NO" noProof="0" dirty="0" err="1"/>
              <a:t>quis</a:t>
            </a:r>
            <a:r>
              <a:rPr lang="nn-NO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622527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, undertittel og tekst i to kolo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8">
            <a:extLst>
              <a:ext uri="{FF2B5EF4-FFF2-40B4-BE49-F238E27FC236}">
                <a16:creationId xmlns:a16="http://schemas.microsoft.com/office/drawing/2014/main" id="{46F9F26F-539C-7740-B549-2A50A6CEEB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1225" y="727549"/>
            <a:ext cx="10381531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85000"/>
              </a:lnSpc>
              <a:buFontTx/>
              <a:buNone/>
              <a:defRPr sz="3600" b="0" i="0">
                <a:solidFill>
                  <a:srgbClr val="000000"/>
                </a:solidFill>
                <a:latin typeface="Roboto Slab" pitchFamily="2" charset="0"/>
                <a:ea typeface="Roboto Slab" pitchFamily="2" charset="0"/>
              </a:defRPr>
            </a:lvl1pPr>
          </a:lstStyle>
          <a:p>
            <a:r>
              <a:rPr lang="nn-NO" noProof="0"/>
              <a:t>Tittel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03E9EA8-AD36-214E-A848-590DEC5DD3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1225" y="2199035"/>
            <a:ext cx="4968875" cy="266534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 typeface="Arial" panose="020B0604020202020204" pitchFamily="34" charset="0"/>
              <a:buNone/>
              <a:defRPr sz="1800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3716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8288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2860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/>
              <a:t>Lorem ipsum dolor sit amet, consectetur adipiscing elit. In congue urna tortor, quis accumsan mi viverra in.</a:t>
            </a:r>
          </a:p>
          <a:p>
            <a:pPr lvl="0"/>
            <a:r>
              <a:rPr lang="nn-NO" noProof="0"/>
              <a:t>Sed id condimentum turpis, quis lobortis risus. Phasellus vel urna dictum, posuere elit et, malesuada odio. Cras egestas consequat odio, vel rutrum augue hendreri.</a:t>
            </a:r>
          </a:p>
          <a:p>
            <a:pPr lvl="0"/>
            <a:endParaRPr lang="nn-NO" noProof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B142A7E-1FCC-9040-BBC7-97A3BDC942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23882" y="2199035"/>
            <a:ext cx="4968875" cy="2283702"/>
          </a:xfrm>
          <a:prstGeom prst="rect">
            <a:avLst/>
          </a:prstGeom>
        </p:spPr>
        <p:txBody>
          <a:bodyPr/>
          <a:lstStyle>
            <a:lvl1pPr marL="384048" indent="-384048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 typeface="Arial" panose="020B0604020202020204" pitchFamily="34" charset="0"/>
              <a:buNone/>
              <a:defRPr sz="1800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3716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8288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286000" indent="-384048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/>
              <a:t>Lorem ipsum dolor sit amet, consectetur adipiscing elit. In congue urna tortor, quis accumsan mi viverra in.</a:t>
            </a:r>
          </a:p>
          <a:p>
            <a:pPr lvl="0"/>
            <a:r>
              <a:rPr lang="nn-NO" noProof="0"/>
              <a:t>Sed id condimentum turpis, quis lobortis risus. Phasellus vel urna dictum, posuere elit et, malesuada odio. Cras egestas consequat odio, vel rutrum augue hendreri.</a:t>
            </a:r>
          </a:p>
        </p:txBody>
      </p:sp>
      <p:sp>
        <p:nvSpPr>
          <p:cNvPr id="9" name="Plassholder for tekst 5"/>
          <p:cNvSpPr>
            <a:spLocks noGrp="1"/>
          </p:cNvSpPr>
          <p:nvPr>
            <p:ph type="body" sz="quarter" idx="20" hasCustomPrompt="1"/>
          </p:nvPr>
        </p:nvSpPr>
        <p:spPr>
          <a:xfrm>
            <a:off x="911225" y="1274688"/>
            <a:ext cx="10381531" cy="41056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303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875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4447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901952" indent="0">
              <a:buFontTx/>
              <a:buNone/>
              <a:defRPr sz="22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nn-NO" noProof="0"/>
              <a:t>Undertittel</a:t>
            </a:r>
          </a:p>
        </p:txBody>
      </p:sp>
    </p:spTree>
    <p:extLst>
      <p:ext uri="{BB962C8B-B14F-4D97-AF65-F5344CB8AC3E}">
        <p14:creationId xmlns:p14="http://schemas.microsoft.com/office/powerpoint/2010/main" val="2046021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48600C14-44F7-A66D-8C4D-845BD3F68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2441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nn-NO" noProof="0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3AD5FEF-294B-7405-63A6-89FB7B3E1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48450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nn-NO" noProof="0" dirty="0"/>
              <a:t>Klikk for å redigere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394636B-EBBF-6703-F7DA-4F1D0DF1D1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413"/>
            <a:ext cx="27432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DCE8A-B043-4DBC-9D65-506AFE379105}" type="datetimeFigureOut">
              <a:rPr lang="nn-NO" noProof="0" smtClean="0"/>
              <a:t>17.02.2026</a:t>
            </a:fld>
            <a:endParaRPr lang="nn-NO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D84C345-F3C0-CEC5-EF39-07524393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413"/>
            <a:ext cx="41148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n-NO" noProof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FCC4D73-3345-42E0-867A-4049234BD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413"/>
            <a:ext cx="27432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13228-B376-45AF-B3EF-D63654815CF7}" type="slidenum">
              <a:rPr lang="nn-NO" noProof="0" smtClean="0"/>
              <a:t>‹#›</a:t>
            </a:fld>
            <a:endParaRPr lang="nn-NO" noProof="0"/>
          </a:p>
        </p:txBody>
      </p:sp>
    </p:spTree>
    <p:extLst>
      <p:ext uri="{BB962C8B-B14F-4D97-AF65-F5344CB8AC3E}">
        <p14:creationId xmlns:p14="http://schemas.microsoft.com/office/powerpoint/2010/main" val="320454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47" r:id="rId3"/>
    <p:sldLayoutId id="2147483921" r:id="rId4"/>
    <p:sldLayoutId id="2147483924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4" r:id="rId12"/>
    <p:sldLayoutId id="2147483936" r:id="rId13"/>
    <p:sldLayoutId id="2147483937" r:id="rId14"/>
    <p:sldLayoutId id="2147483938" r:id="rId15"/>
    <p:sldLayoutId id="2147483939" r:id="rId16"/>
    <p:sldLayoutId id="2147483940" r:id="rId17"/>
    <p:sldLayoutId id="21474839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61D311F7-5C41-4303-B360-94955A85A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2441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nn-NO" noProof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E2D78A4A-F816-95E8-CABC-D6870FBC6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48450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nn-NO" noProof="0" dirty="0"/>
              <a:t>Klikk for å redigere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D5F554A-E62A-1080-4E86-1D30DFF01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413"/>
            <a:ext cx="27432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5E62C-C871-44E0-8F09-38934572138B}" type="datetimeFigureOut">
              <a:rPr lang="nn-NO" noProof="0" smtClean="0"/>
              <a:t>17.02.2026</a:t>
            </a:fld>
            <a:endParaRPr lang="nn-NO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0F79164-63EF-0F46-B65C-9457C2D67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413"/>
            <a:ext cx="41148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n-NO" noProof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6B32738-6ACB-7BEA-EA8B-7542C345E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413"/>
            <a:ext cx="27432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FC92F-3783-40F8-9D75-5C5CD8E6B222}" type="slidenum">
              <a:rPr lang="nn-NO" noProof="0" smtClean="0"/>
              <a:t>‹#›</a:t>
            </a:fld>
            <a:endParaRPr lang="nn-NO" noProof="0"/>
          </a:p>
        </p:txBody>
      </p:sp>
    </p:spTree>
    <p:extLst>
      <p:ext uri="{BB962C8B-B14F-4D97-AF65-F5344CB8AC3E}">
        <p14:creationId xmlns:p14="http://schemas.microsoft.com/office/powerpoint/2010/main" val="88485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5" r:id="rId3"/>
    <p:sldLayoutId id="214748394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D770A3A7-0343-13A5-3A6A-841601E5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2441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nn-NO" noProof="0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5DAE172-18D5-BFBA-CFFE-9062ECC58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48450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nn-NO" noProof="0" dirty="0"/>
              <a:t>Klikk for å redigere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54B5217-BA23-9356-2D19-8965EF445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413"/>
            <a:ext cx="27432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C4B96-AA01-4DA8-9E22-84BCF688EDB1}" type="datetimeFigureOut">
              <a:rPr lang="nn-NO" noProof="0" smtClean="0"/>
              <a:t>17.02.2026</a:t>
            </a:fld>
            <a:endParaRPr lang="nn-NO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A2BF5E7-EBBB-3AB7-423B-AC049C8D7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413"/>
            <a:ext cx="41148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n-NO" noProof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7EF382D-1D44-BF83-924F-D1E77A7E50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413"/>
            <a:ext cx="27432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C5B4D-3FBA-47C5-A2DB-B00D50E42A40}" type="slidenum">
              <a:rPr lang="nn-NO" noProof="0" smtClean="0"/>
              <a:t>‹#›</a:t>
            </a:fld>
            <a:endParaRPr lang="nn-NO" noProof="0"/>
          </a:p>
        </p:txBody>
      </p:sp>
    </p:spTree>
    <p:extLst>
      <p:ext uri="{BB962C8B-B14F-4D97-AF65-F5344CB8AC3E}">
        <p14:creationId xmlns:p14="http://schemas.microsoft.com/office/powerpoint/2010/main" val="1265191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710" r:id="rId2"/>
    <p:sldLayoutId id="2147483727" r:id="rId3"/>
    <p:sldLayoutId id="2147483951" r:id="rId4"/>
    <p:sldLayoutId id="21474839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48600C14-44F7-A66D-8C4D-845BD3F68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2441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nn-NO" noProof="0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3AD5FEF-294B-7405-63A6-89FB7B3E1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48450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nn-NO" noProof="0" dirty="0"/>
              <a:t>Klikk for å redigere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394636B-EBBF-6703-F7DA-4F1D0DF1D1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413"/>
            <a:ext cx="27432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1DCE8A-B043-4DBC-9D65-506AFE379105}" type="datetimeFigureOut">
              <a:rPr kumimoji="0" lang="nn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17.02.2026</a:t>
            </a:fld>
            <a:endParaRPr kumimoji="0" lang="nn-NO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D84C345-F3C0-CEC5-EF39-07524393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413"/>
            <a:ext cx="41148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n-NO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FCC4D73-3345-42E0-867A-4049234BD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413"/>
            <a:ext cx="27432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113228-B376-45AF-B3EF-D63654815CF7}" type="slidenum">
              <a:rPr kumimoji="0" lang="nn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n-NO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18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48" r:id="rId6"/>
    <p:sldLayoutId id="2147483908" r:id="rId7"/>
    <p:sldLayoutId id="2147483949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48600C14-44F7-A66D-8C4D-845BD3F68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2441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nn-NO" noProof="0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3AD5FEF-294B-7405-63A6-89FB7B3E1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48450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nn-NO" noProof="0" dirty="0"/>
              <a:t>Klikk for å redigere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394636B-EBBF-6703-F7DA-4F1D0DF1D1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413"/>
            <a:ext cx="27432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DCE8A-B043-4DBC-9D65-506AFE379105}" type="datetimeFigureOut">
              <a:rPr lang="nn-NO" noProof="0" smtClean="0"/>
              <a:t>17.02.2026</a:t>
            </a:fld>
            <a:endParaRPr lang="nn-NO" noProof="0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D84C345-F3C0-CEC5-EF39-07524393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413"/>
            <a:ext cx="41148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n-NO" noProof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FCC4D73-3345-42E0-867A-4049234BD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413"/>
            <a:ext cx="27432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13228-B376-45AF-B3EF-D63654815CF7}" type="slidenum">
              <a:rPr lang="nn-NO" noProof="0" smtClean="0"/>
              <a:t>‹#›</a:t>
            </a:fld>
            <a:endParaRPr lang="nn-NO" noProof="0"/>
          </a:p>
        </p:txBody>
      </p:sp>
    </p:spTree>
    <p:extLst>
      <p:ext uri="{BB962C8B-B14F-4D97-AF65-F5344CB8AC3E}">
        <p14:creationId xmlns:p14="http://schemas.microsoft.com/office/powerpoint/2010/main" val="402757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4" r:id="rId2"/>
    <p:sldLayoutId id="2147483876" r:id="rId3"/>
    <p:sldLayoutId id="2147483886" r:id="rId4"/>
    <p:sldLayoutId id="2147483891" r:id="rId5"/>
    <p:sldLayoutId id="2147483889" r:id="rId6"/>
    <p:sldLayoutId id="2147483892" r:id="rId7"/>
    <p:sldLayoutId id="2147483872" r:id="rId8"/>
    <p:sldLayoutId id="2147483873" r:id="rId9"/>
    <p:sldLayoutId id="2147483875" r:id="rId10"/>
    <p:sldLayoutId id="2147483880" r:id="rId11"/>
    <p:sldLayoutId id="2147483885" r:id="rId12"/>
    <p:sldLayoutId id="2147483883" r:id="rId13"/>
    <p:sldLayoutId id="2147483893" r:id="rId14"/>
    <p:sldLayoutId id="2147483877" r:id="rId15"/>
    <p:sldLayoutId id="2147483878" r:id="rId16"/>
    <p:sldLayoutId id="214748387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61D311F7-5C41-4303-B360-94955A85A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2441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nn-NO" noProof="0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E2D78A4A-F816-95E8-CABC-D6870FBC6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48450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nn-NO" noProof="0" dirty="0"/>
              <a:t>Klikk for å redigere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D5F554A-E62A-1080-4E86-1D30DFF01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413"/>
            <a:ext cx="27432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C5E62C-C871-44E0-8F09-38934572138B}" type="datetimeFigureOut">
              <a:rPr kumimoji="0" lang="nn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17.02.2026</a:t>
            </a:fld>
            <a:endParaRPr kumimoji="0" lang="nn-NO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0F79164-63EF-0F46-B65C-9457C2D67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413"/>
            <a:ext cx="41148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n-NO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6B32738-6ACB-7BEA-EA8B-7542C345E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413"/>
            <a:ext cx="2743200" cy="276999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FFC92F-3783-40F8-9D75-5C5CD8E6B222}" type="slidenum">
              <a:rPr kumimoji="0" lang="nn-NO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n-NO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931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946" r:id="rId2"/>
    <p:sldLayoutId id="2147483859" r:id="rId3"/>
    <p:sldLayoutId id="214748386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5629B7B0-C9F5-4BA6-B1B8-51989437D8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n-NO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7FBE8CA-63A9-4E4E-8918-9256122BB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n-NO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BFD60CB8-4E6A-4769-A7F7-3EE132C747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n-NO"/>
          </a:p>
        </p:txBody>
      </p:sp>
    </p:spTree>
    <p:extLst>
      <p:ext uri="{BB962C8B-B14F-4D97-AF65-F5344CB8AC3E}">
        <p14:creationId xmlns:p14="http://schemas.microsoft.com/office/powerpoint/2010/main" val="727511122"/>
      </p:ext>
    </p:extLst>
  </p:cSld>
  <p:clrMapOvr>
    <a:masterClrMapping/>
  </p:clrMapOvr>
</p:sld>
</file>

<file path=ppt/theme/theme1.xml><?xml version="1.0" encoding="utf-8"?>
<a:theme xmlns:a="http://schemas.openxmlformats.org/drawingml/2006/main" name="Tekst og bilete (med logo)">
  <a:themeElements>
    <a:clrScheme name="Vestland ny tilpasset">
      <a:dk1>
        <a:srgbClr val="000000"/>
      </a:dk1>
      <a:lt1>
        <a:srgbClr val="FEFFFF"/>
      </a:lt1>
      <a:dk2>
        <a:srgbClr val="000000"/>
      </a:dk2>
      <a:lt2>
        <a:srgbClr val="E8F8FB"/>
      </a:lt2>
      <a:accent1>
        <a:srgbClr val="8EDDED"/>
      </a:accent1>
      <a:accent2>
        <a:srgbClr val="E2758F"/>
      </a:accent2>
      <a:accent3>
        <a:srgbClr val="CCA3D6"/>
      </a:accent3>
      <a:accent4>
        <a:srgbClr val="E0D268"/>
      </a:accent4>
      <a:accent5>
        <a:srgbClr val="8CE2D0"/>
      </a:accent5>
      <a:accent6>
        <a:srgbClr val="B7DD79"/>
      </a:accent6>
      <a:hlink>
        <a:srgbClr val="0074A2"/>
      </a:hlink>
      <a:folHlink>
        <a:srgbClr val="8D1D38"/>
      </a:folHlink>
    </a:clrScheme>
    <a:fontScheme name="Vestland fylkeskommune">
      <a:majorFont>
        <a:latin typeface="Roboto Slab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LFK_PPT-mal 2024_10.potx" id="{B7FAD8DB-D4AF-424C-95A3-FFB3B811FC00}" vid="{1278BE38-E229-4E9B-8453-EC9DDC9406DC}"/>
    </a:ext>
  </a:extLst>
</a:theme>
</file>

<file path=ppt/theme/theme2.xml><?xml version="1.0" encoding="utf-8"?>
<a:theme xmlns:a="http://schemas.openxmlformats.org/drawingml/2006/main" name="Tekstsider (med logo)">
  <a:themeElements>
    <a:clrScheme name="Vestland ny tilpasset">
      <a:dk1>
        <a:srgbClr val="000000"/>
      </a:dk1>
      <a:lt1>
        <a:srgbClr val="FEFFFF"/>
      </a:lt1>
      <a:dk2>
        <a:srgbClr val="000000"/>
      </a:dk2>
      <a:lt2>
        <a:srgbClr val="E8F8FB"/>
      </a:lt2>
      <a:accent1>
        <a:srgbClr val="8EDDED"/>
      </a:accent1>
      <a:accent2>
        <a:srgbClr val="E2758F"/>
      </a:accent2>
      <a:accent3>
        <a:srgbClr val="CCA3D6"/>
      </a:accent3>
      <a:accent4>
        <a:srgbClr val="E0D268"/>
      </a:accent4>
      <a:accent5>
        <a:srgbClr val="8CE2D0"/>
      </a:accent5>
      <a:accent6>
        <a:srgbClr val="B7DD79"/>
      </a:accent6>
      <a:hlink>
        <a:srgbClr val="0074A2"/>
      </a:hlink>
      <a:folHlink>
        <a:srgbClr val="8D1D38"/>
      </a:folHlink>
    </a:clrScheme>
    <a:fontScheme name="Vestland fylkeskommune">
      <a:majorFont>
        <a:latin typeface="Roboto Slab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LFK_PPT-mal 2024_10.potx" id="{B7FAD8DB-D4AF-424C-95A3-FFB3B811FC00}" vid="{85C4F279-F36E-48AB-875F-17ABC57422D1}"/>
    </a:ext>
  </a:extLst>
</a:theme>
</file>

<file path=ppt/theme/theme3.xml><?xml version="1.0" encoding="utf-8"?>
<a:theme xmlns:a="http://schemas.openxmlformats.org/drawingml/2006/main" name="Forside - kapittelside - avslutning">
  <a:themeElements>
    <a:clrScheme name="Vestland ny tilpasset">
      <a:dk1>
        <a:srgbClr val="000000"/>
      </a:dk1>
      <a:lt1>
        <a:srgbClr val="FEFFFF"/>
      </a:lt1>
      <a:dk2>
        <a:srgbClr val="000000"/>
      </a:dk2>
      <a:lt2>
        <a:srgbClr val="E8F8FB"/>
      </a:lt2>
      <a:accent1>
        <a:srgbClr val="8EDDED"/>
      </a:accent1>
      <a:accent2>
        <a:srgbClr val="E2758F"/>
      </a:accent2>
      <a:accent3>
        <a:srgbClr val="CCA3D6"/>
      </a:accent3>
      <a:accent4>
        <a:srgbClr val="E0D268"/>
      </a:accent4>
      <a:accent5>
        <a:srgbClr val="8CE2D0"/>
      </a:accent5>
      <a:accent6>
        <a:srgbClr val="B7DD79"/>
      </a:accent6>
      <a:hlink>
        <a:srgbClr val="0074A2"/>
      </a:hlink>
      <a:folHlink>
        <a:srgbClr val="8D1D38"/>
      </a:folHlink>
    </a:clrScheme>
    <a:fontScheme name="Vestland fylkeskommune">
      <a:majorFont>
        <a:latin typeface="Roboto Slab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LFK_PPT-mal 2024_10.potx" id="{B7FAD8DB-D4AF-424C-95A3-FFB3B811FC00}" vid="{FABC9411-9A22-4C2F-9C3C-55466DE3CFAA}"/>
    </a:ext>
  </a:extLst>
</a:theme>
</file>

<file path=ppt/theme/theme4.xml><?xml version="1.0" encoding="utf-8"?>
<a:theme xmlns:a="http://schemas.openxmlformats.org/drawingml/2006/main" name="Biletsider, sitatsider og blanke sider">
  <a:themeElements>
    <a:clrScheme name="Vestland ny tilpasset">
      <a:dk1>
        <a:srgbClr val="000000"/>
      </a:dk1>
      <a:lt1>
        <a:srgbClr val="FEFFFF"/>
      </a:lt1>
      <a:dk2>
        <a:srgbClr val="000000"/>
      </a:dk2>
      <a:lt2>
        <a:srgbClr val="E8F8FB"/>
      </a:lt2>
      <a:accent1>
        <a:srgbClr val="8EDDED"/>
      </a:accent1>
      <a:accent2>
        <a:srgbClr val="E2758F"/>
      </a:accent2>
      <a:accent3>
        <a:srgbClr val="CCA3D6"/>
      </a:accent3>
      <a:accent4>
        <a:srgbClr val="E0D268"/>
      </a:accent4>
      <a:accent5>
        <a:srgbClr val="8CE2D0"/>
      </a:accent5>
      <a:accent6>
        <a:srgbClr val="B7DD79"/>
      </a:accent6>
      <a:hlink>
        <a:srgbClr val="0074A2"/>
      </a:hlink>
      <a:folHlink>
        <a:srgbClr val="8D1D38"/>
      </a:folHlink>
    </a:clrScheme>
    <a:fontScheme name="Vestland fylkeskommune">
      <a:majorFont>
        <a:latin typeface="Roboto Slab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LFK_PPT-mal 2024_10.potx" id="{B7FAD8DB-D4AF-424C-95A3-FFB3B811FC00}" vid="{62891CFA-FA23-4C36-9779-D3F357DDC6E5}"/>
    </a:ext>
  </a:extLst>
</a:theme>
</file>

<file path=ppt/theme/theme5.xml><?xml version="1.0" encoding="utf-8"?>
<a:theme xmlns:a="http://schemas.openxmlformats.org/drawingml/2006/main" name="Tekst og bilete (utan logo)">
  <a:themeElements>
    <a:clrScheme name="Vestland ny tilpasset">
      <a:dk1>
        <a:srgbClr val="000000"/>
      </a:dk1>
      <a:lt1>
        <a:srgbClr val="FEFFFF"/>
      </a:lt1>
      <a:dk2>
        <a:srgbClr val="000000"/>
      </a:dk2>
      <a:lt2>
        <a:srgbClr val="E8F8FB"/>
      </a:lt2>
      <a:accent1>
        <a:srgbClr val="8EDDED"/>
      </a:accent1>
      <a:accent2>
        <a:srgbClr val="E2758F"/>
      </a:accent2>
      <a:accent3>
        <a:srgbClr val="CCA3D6"/>
      </a:accent3>
      <a:accent4>
        <a:srgbClr val="E0D268"/>
      </a:accent4>
      <a:accent5>
        <a:srgbClr val="8CE2D0"/>
      </a:accent5>
      <a:accent6>
        <a:srgbClr val="B7DD79"/>
      </a:accent6>
      <a:hlink>
        <a:srgbClr val="0074A2"/>
      </a:hlink>
      <a:folHlink>
        <a:srgbClr val="8D1D38"/>
      </a:folHlink>
    </a:clrScheme>
    <a:fontScheme name="Vestland fylkeskommune">
      <a:majorFont>
        <a:latin typeface="Roboto Slab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LFK_PPT-mal 2024_10.potx" id="{B7FAD8DB-D4AF-424C-95A3-FFB3B811FC00}" vid="{D1A0C156-3AD2-47D8-9B84-999919BC226B}"/>
    </a:ext>
  </a:extLst>
</a:theme>
</file>

<file path=ppt/theme/theme6.xml><?xml version="1.0" encoding="utf-8"?>
<a:theme xmlns:a="http://schemas.openxmlformats.org/drawingml/2006/main" name="Tekstsider (utan logo)">
  <a:themeElements>
    <a:clrScheme name="Vestland ny tilpasset">
      <a:dk1>
        <a:srgbClr val="000000"/>
      </a:dk1>
      <a:lt1>
        <a:srgbClr val="FEFFFF"/>
      </a:lt1>
      <a:dk2>
        <a:srgbClr val="000000"/>
      </a:dk2>
      <a:lt2>
        <a:srgbClr val="E8F8FB"/>
      </a:lt2>
      <a:accent1>
        <a:srgbClr val="8EDDED"/>
      </a:accent1>
      <a:accent2>
        <a:srgbClr val="E2758F"/>
      </a:accent2>
      <a:accent3>
        <a:srgbClr val="CCA3D6"/>
      </a:accent3>
      <a:accent4>
        <a:srgbClr val="E0D268"/>
      </a:accent4>
      <a:accent5>
        <a:srgbClr val="8CE2D0"/>
      </a:accent5>
      <a:accent6>
        <a:srgbClr val="B7DD79"/>
      </a:accent6>
      <a:hlink>
        <a:srgbClr val="0074A2"/>
      </a:hlink>
      <a:folHlink>
        <a:srgbClr val="8D1D38"/>
      </a:folHlink>
    </a:clrScheme>
    <a:fontScheme name="Vestland fylkeskommune">
      <a:majorFont>
        <a:latin typeface="Roboto Slab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LFK_PPT-mal 2024_10.potx" id="{B7FAD8DB-D4AF-424C-95A3-FFB3B811FC00}" vid="{47DF3B7E-DF96-4037-B06B-2E0D7A47EC9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18B5CB-9AF7-49B1-9001-7B235F12F448}">
  <we:reference id="9e9a702b-b4c8-4e5a-bf32-c82a9db4bc85" version="1.2.0.0" store="EXCatalog" storeType="EXCatalog"/>
  <we:alternateReferences>
    <we:reference id="WA104380621" version="1.2.0.0" store="nb-NO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VLFK_PPT-mal 2024</Template>
  <TotalTime>24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6</vt:i4>
      </vt:variant>
      <vt:variant>
        <vt:lpstr>Lysbildetitler</vt:lpstr>
      </vt:variant>
      <vt:variant>
        <vt:i4>1</vt:i4>
      </vt:variant>
    </vt:vector>
  </HeadingPairs>
  <TitlesOfParts>
    <vt:vector size="11" baseType="lpstr">
      <vt:lpstr>Arial</vt:lpstr>
      <vt:lpstr>Courier New</vt:lpstr>
      <vt:lpstr>Roboto</vt:lpstr>
      <vt:lpstr>Roboto Slab</vt:lpstr>
      <vt:lpstr>Tekst og bilete (med logo)</vt:lpstr>
      <vt:lpstr>Tekstsider (med logo)</vt:lpstr>
      <vt:lpstr>Forside - kapittelside - avslutning</vt:lpstr>
      <vt:lpstr>Biletsider, sitatsider og blanke sider</vt:lpstr>
      <vt:lpstr>Tekst og bilete (utan logo)</vt:lpstr>
      <vt:lpstr>Tekstsider (utan logo)</vt:lpstr>
      <vt:lpstr>PowerPoint-presentasjon</vt:lpstr>
    </vt:vector>
  </TitlesOfParts>
  <Manager/>
  <Company>Vestland fylkeskommune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Trond Farestveit Kvittingen</dc:creator>
  <cp:keywords/>
  <dc:description/>
  <cp:lastModifiedBy>Trond Farestveit Kvittingen</cp:lastModifiedBy>
  <cp:revision>3</cp:revision>
  <dcterms:created xsi:type="dcterms:W3CDTF">2026-02-17T10:18:54Z</dcterms:created>
  <dcterms:modified xsi:type="dcterms:W3CDTF">2026-02-17T10:48:28Z</dcterms:modified>
  <cp:category/>
</cp:coreProperties>
</file>